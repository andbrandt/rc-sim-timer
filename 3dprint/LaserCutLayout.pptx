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</p:sldIdLst>
  <p:sldSz cx="28800425" cy="43200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5" d="100"/>
          <a:sy n="25" d="100"/>
        </p:scale>
        <p:origin x="1728" y="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60032" y="7070108"/>
            <a:ext cx="24480361" cy="15040222"/>
          </a:xfrm>
        </p:spPr>
        <p:txBody>
          <a:bodyPr anchor="b"/>
          <a:lstStyle>
            <a:lvl1pPr algn="ctr">
              <a:defRPr sz="188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00053" y="22690338"/>
            <a:ext cx="21600319" cy="10430151"/>
          </a:xfrm>
        </p:spPr>
        <p:txBody>
          <a:bodyPr/>
          <a:lstStyle>
            <a:lvl1pPr marL="0" indent="0" algn="ctr">
              <a:buNone/>
              <a:defRPr sz="7559"/>
            </a:lvl1pPr>
            <a:lvl2pPr marL="1440043" indent="0" algn="ctr">
              <a:buNone/>
              <a:defRPr sz="6299"/>
            </a:lvl2pPr>
            <a:lvl3pPr marL="2880086" indent="0" algn="ctr">
              <a:buNone/>
              <a:defRPr sz="5669"/>
            </a:lvl3pPr>
            <a:lvl4pPr marL="4320129" indent="0" algn="ctr">
              <a:buNone/>
              <a:defRPr sz="5040"/>
            </a:lvl4pPr>
            <a:lvl5pPr marL="5760171" indent="0" algn="ctr">
              <a:buNone/>
              <a:defRPr sz="5040"/>
            </a:lvl5pPr>
            <a:lvl6pPr marL="7200214" indent="0" algn="ctr">
              <a:buNone/>
              <a:defRPr sz="5040"/>
            </a:lvl6pPr>
            <a:lvl7pPr marL="8640257" indent="0" algn="ctr">
              <a:buNone/>
              <a:defRPr sz="5040"/>
            </a:lvl7pPr>
            <a:lvl8pPr marL="10080300" indent="0" algn="ctr">
              <a:buNone/>
              <a:defRPr sz="5040"/>
            </a:lvl8pPr>
            <a:lvl9pPr marL="11520343" indent="0" algn="ctr">
              <a:buNone/>
              <a:defRPr sz="50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2155-42B8-4F23-8111-564D1F24A34B}" type="datetimeFigureOut">
              <a:rPr lang="da-DK" smtClean="0"/>
              <a:t>20-12-2024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FF06E-9585-4132-B6AF-56EA7B108BBC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34341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2155-42B8-4F23-8111-564D1F24A34B}" type="datetimeFigureOut">
              <a:rPr lang="da-DK" smtClean="0"/>
              <a:t>20-12-2024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FF06E-9585-4132-B6AF-56EA7B108BBC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22886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5030" y="10770172"/>
            <a:ext cx="24840367" cy="17970262"/>
          </a:xfrm>
        </p:spPr>
        <p:txBody>
          <a:bodyPr anchor="b"/>
          <a:lstStyle>
            <a:lvl1pPr>
              <a:defRPr sz="188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5030" y="28910440"/>
            <a:ext cx="24840367" cy="9450136"/>
          </a:xfrm>
        </p:spPr>
        <p:txBody>
          <a:bodyPr/>
          <a:lstStyle>
            <a:lvl1pPr marL="0" indent="0">
              <a:buNone/>
              <a:defRPr sz="7559">
                <a:solidFill>
                  <a:schemeClr val="tx1">
                    <a:tint val="82000"/>
                  </a:schemeClr>
                </a:solidFill>
              </a:defRPr>
            </a:lvl1pPr>
            <a:lvl2pPr marL="1440043" indent="0">
              <a:buNone/>
              <a:defRPr sz="6299">
                <a:solidFill>
                  <a:schemeClr val="tx1">
                    <a:tint val="82000"/>
                  </a:schemeClr>
                </a:solidFill>
              </a:defRPr>
            </a:lvl2pPr>
            <a:lvl3pPr marL="2880086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3pPr>
            <a:lvl4pPr marL="4320129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4pPr>
            <a:lvl5pPr marL="5760171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5pPr>
            <a:lvl6pPr marL="7200214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6pPr>
            <a:lvl7pPr marL="8640257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7pPr>
            <a:lvl8pPr marL="10080300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8pPr>
            <a:lvl9pPr marL="11520343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2155-42B8-4F23-8111-564D1F24A34B}" type="datetimeFigureOut">
              <a:rPr lang="da-DK" smtClean="0"/>
              <a:t>20-12-2024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FF06E-9585-4132-B6AF-56EA7B108BBC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06546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80029" y="11500170"/>
            <a:ext cx="12240181" cy="27410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580215" y="11500170"/>
            <a:ext cx="12240181" cy="27410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2155-42B8-4F23-8111-564D1F24A34B}" type="datetimeFigureOut">
              <a:rPr lang="da-DK" smtClean="0"/>
              <a:t>20-12-2024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FF06E-9585-4132-B6AF-56EA7B108BBC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2983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2300044"/>
            <a:ext cx="24840367" cy="8350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3784" y="10590160"/>
            <a:ext cx="12183928" cy="5190073"/>
          </a:xfrm>
        </p:spPr>
        <p:txBody>
          <a:bodyPr anchor="b"/>
          <a:lstStyle>
            <a:lvl1pPr marL="0" indent="0">
              <a:buNone/>
              <a:defRPr sz="7559" b="1"/>
            </a:lvl1pPr>
            <a:lvl2pPr marL="1440043" indent="0">
              <a:buNone/>
              <a:defRPr sz="6299" b="1"/>
            </a:lvl2pPr>
            <a:lvl3pPr marL="2880086" indent="0">
              <a:buNone/>
              <a:defRPr sz="5669" b="1"/>
            </a:lvl3pPr>
            <a:lvl4pPr marL="4320129" indent="0">
              <a:buNone/>
              <a:defRPr sz="5040" b="1"/>
            </a:lvl4pPr>
            <a:lvl5pPr marL="5760171" indent="0">
              <a:buNone/>
              <a:defRPr sz="5040" b="1"/>
            </a:lvl5pPr>
            <a:lvl6pPr marL="7200214" indent="0">
              <a:buNone/>
              <a:defRPr sz="5040" b="1"/>
            </a:lvl6pPr>
            <a:lvl7pPr marL="8640257" indent="0">
              <a:buNone/>
              <a:defRPr sz="5040" b="1"/>
            </a:lvl7pPr>
            <a:lvl8pPr marL="10080300" indent="0">
              <a:buNone/>
              <a:defRPr sz="5040" b="1"/>
            </a:lvl8pPr>
            <a:lvl9pPr marL="11520343" indent="0">
              <a:buNone/>
              <a:defRPr sz="5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83784" y="15780233"/>
            <a:ext cx="12183928" cy="232103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580217" y="10590160"/>
            <a:ext cx="12243932" cy="5190073"/>
          </a:xfrm>
        </p:spPr>
        <p:txBody>
          <a:bodyPr anchor="b"/>
          <a:lstStyle>
            <a:lvl1pPr marL="0" indent="0">
              <a:buNone/>
              <a:defRPr sz="7559" b="1"/>
            </a:lvl1pPr>
            <a:lvl2pPr marL="1440043" indent="0">
              <a:buNone/>
              <a:defRPr sz="6299" b="1"/>
            </a:lvl2pPr>
            <a:lvl3pPr marL="2880086" indent="0">
              <a:buNone/>
              <a:defRPr sz="5669" b="1"/>
            </a:lvl3pPr>
            <a:lvl4pPr marL="4320129" indent="0">
              <a:buNone/>
              <a:defRPr sz="5040" b="1"/>
            </a:lvl4pPr>
            <a:lvl5pPr marL="5760171" indent="0">
              <a:buNone/>
              <a:defRPr sz="5040" b="1"/>
            </a:lvl5pPr>
            <a:lvl6pPr marL="7200214" indent="0">
              <a:buNone/>
              <a:defRPr sz="5040" b="1"/>
            </a:lvl6pPr>
            <a:lvl7pPr marL="8640257" indent="0">
              <a:buNone/>
              <a:defRPr sz="5040" b="1"/>
            </a:lvl7pPr>
            <a:lvl8pPr marL="10080300" indent="0">
              <a:buNone/>
              <a:defRPr sz="5040" b="1"/>
            </a:lvl8pPr>
            <a:lvl9pPr marL="11520343" indent="0">
              <a:buNone/>
              <a:defRPr sz="5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580217" y="15780233"/>
            <a:ext cx="12243932" cy="232103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2155-42B8-4F23-8111-564D1F24A34B}" type="datetimeFigureOut">
              <a:rPr lang="da-DK" smtClean="0"/>
              <a:t>20-12-2024</a:t>
            </a:fld>
            <a:endParaRPr lang="da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FF06E-9585-4132-B6AF-56EA7B108BBC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7466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2155-42B8-4F23-8111-564D1F24A34B}" type="datetimeFigureOut">
              <a:rPr lang="da-DK" smtClean="0"/>
              <a:t>20-12-2024</a:t>
            </a:fld>
            <a:endParaRPr lang="da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FF06E-9585-4132-B6AF-56EA7B108BBC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68691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2155-42B8-4F23-8111-564D1F24A34B}" type="datetimeFigureOut">
              <a:rPr lang="da-DK" smtClean="0"/>
              <a:t>20-12-2024</a:t>
            </a:fld>
            <a:endParaRPr lang="da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FF06E-9585-4132-B6AF-56EA7B108BBC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63444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2880042"/>
            <a:ext cx="9288887" cy="10080149"/>
          </a:xfrm>
        </p:spPr>
        <p:txBody>
          <a:bodyPr anchor="b"/>
          <a:lstStyle>
            <a:lvl1pPr>
              <a:defRPr sz="100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43932" y="6220102"/>
            <a:ext cx="14580215" cy="30700453"/>
          </a:xfrm>
        </p:spPr>
        <p:txBody>
          <a:bodyPr/>
          <a:lstStyle>
            <a:lvl1pPr>
              <a:defRPr sz="10079"/>
            </a:lvl1pPr>
            <a:lvl2pPr>
              <a:defRPr sz="8819"/>
            </a:lvl2pPr>
            <a:lvl3pPr>
              <a:defRPr sz="7559"/>
            </a:lvl3pPr>
            <a:lvl4pPr>
              <a:defRPr sz="6299"/>
            </a:lvl4pPr>
            <a:lvl5pPr>
              <a:defRPr sz="6299"/>
            </a:lvl5pPr>
            <a:lvl6pPr>
              <a:defRPr sz="6299"/>
            </a:lvl6pPr>
            <a:lvl7pPr>
              <a:defRPr sz="6299"/>
            </a:lvl7pPr>
            <a:lvl8pPr>
              <a:defRPr sz="6299"/>
            </a:lvl8pPr>
            <a:lvl9pPr>
              <a:defRPr sz="62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0" y="12960191"/>
            <a:ext cx="9288887" cy="24010358"/>
          </a:xfrm>
        </p:spPr>
        <p:txBody>
          <a:bodyPr/>
          <a:lstStyle>
            <a:lvl1pPr marL="0" indent="0">
              <a:buNone/>
              <a:defRPr sz="5040"/>
            </a:lvl1pPr>
            <a:lvl2pPr marL="1440043" indent="0">
              <a:buNone/>
              <a:defRPr sz="4410"/>
            </a:lvl2pPr>
            <a:lvl3pPr marL="2880086" indent="0">
              <a:buNone/>
              <a:defRPr sz="3780"/>
            </a:lvl3pPr>
            <a:lvl4pPr marL="4320129" indent="0">
              <a:buNone/>
              <a:defRPr sz="3150"/>
            </a:lvl4pPr>
            <a:lvl5pPr marL="5760171" indent="0">
              <a:buNone/>
              <a:defRPr sz="3150"/>
            </a:lvl5pPr>
            <a:lvl6pPr marL="7200214" indent="0">
              <a:buNone/>
              <a:defRPr sz="3150"/>
            </a:lvl6pPr>
            <a:lvl7pPr marL="8640257" indent="0">
              <a:buNone/>
              <a:defRPr sz="3150"/>
            </a:lvl7pPr>
            <a:lvl8pPr marL="10080300" indent="0">
              <a:buNone/>
              <a:defRPr sz="3150"/>
            </a:lvl8pPr>
            <a:lvl9pPr marL="11520343" indent="0">
              <a:buNone/>
              <a:defRPr sz="31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2155-42B8-4F23-8111-564D1F24A34B}" type="datetimeFigureOut">
              <a:rPr lang="da-DK" smtClean="0"/>
              <a:t>20-12-2024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FF06E-9585-4132-B6AF-56EA7B108BBC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65443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2880042"/>
            <a:ext cx="9288887" cy="10080149"/>
          </a:xfrm>
        </p:spPr>
        <p:txBody>
          <a:bodyPr anchor="b"/>
          <a:lstStyle>
            <a:lvl1pPr>
              <a:defRPr sz="100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243932" y="6220102"/>
            <a:ext cx="14580215" cy="30700453"/>
          </a:xfrm>
        </p:spPr>
        <p:txBody>
          <a:bodyPr anchor="t"/>
          <a:lstStyle>
            <a:lvl1pPr marL="0" indent="0">
              <a:buNone/>
              <a:defRPr sz="10079"/>
            </a:lvl1pPr>
            <a:lvl2pPr marL="1440043" indent="0">
              <a:buNone/>
              <a:defRPr sz="8819"/>
            </a:lvl2pPr>
            <a:lvl3pPr marL="2880086" indent="0">
              <a:buNone/>
              <a:defRPr sz="7559"/>
            </a:lvl3pPr>
            <a:lvl4pPr marL="4320129" indent="0">
              <a:buNone/>
              <a:defRPr sz="6299"/>
            </a:lvl4pPr>
            <a:lvl5pPr marL="5760171" indent="0">
              <a:buNone/>
              <a:defRPr sz="6299"/>
            </a:lvl5pPr>
            <a:lvl6pPr marL="7200214" indent="0">
              <a:buNone/>
              <a:defRPr sz="6299"/>
            </a:lvl6pPr>
            <a:lvl7pPr marL="8640257" indent="0">
              <a:buNone/>
              <a:defRPr sz="6299"/>
            </a:lvl7pPr>
            <a:lvl8pPr marL="10080300" indent="0">
              <a:buNone/>
              <a:defRPr sz="6299"/>
            </a:lvl8pPr>
            <a:lvl9pPr marL="11520343" indent="0">
              <a:buNone/>
              <a:defRPr sz="62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0" y="12960191"/>
            <a:ext cx="9288887" cy="24010358"/>
          </a:xfrm>
        </p:spPr>
        <p:txBody>
          <a:bodyPr/>
          <a:lstStyle>
            <a:lvl1pPr marL="0" indent="0">
              <a:buNone/>
              <a:defRPr sz="5040"/>
            </a:lvl1pPr>
            <a:lvl2pPr marL="1440043" indent="0">
              <a:buNone/>
              <a:defRPr sz="4410"/>
            </a:lvl2pPr>
            <a:lvl3pPr marL="2880086" indent="0">
              <a:buNone/>
              <a:defRPr sz="3780"/>
            </a:lvl3pPr>
            <a:lvl4pPr marL="4320129" indent="0">
              <a:buNone/>
              <a:defRPr sz="3150"/>
            </a:lvl4pPr>
            <a:lvl5pPr marL="5760171" indent="0">
              <a:buNone/>
              <a:defRPr sz="3150"/>
            </a:lvl5pPr>
            <a:lvl6pPr marL="7200214" indent="0">
              <a:buNone/>
              <a:defRPr sz="3150"/>
            </a:lvl6pPr>
            <a:lvl7pPr marL="8640257" indent="0">
              <a:buNone/>
              <a:defRPr sz="3150"/>
            </a:lvl7pPr>
            <a:lvl8pPr marL="10080300" indent="0">
              <a:buNone/>
              <a:defRPr sz="3150"/>
            </a:lvl8pPr>
            <a:lvl9pPr marL="11520343" indent="0">
              <a:buNone/>
              <a:defRPr sz="31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2155-42B8-4F23-8111-564D1F24A34B}" type="datetimeFigureOut">
              <a:rPr lang="da-DK" smtClean="0"/>
              <a:t>20-12-2024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FF06E-9585-4132-B6AF-56EA7B108BBC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5025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2155-42B8-4F23-8111-564D1F24A34B}" type="datetimeFigureOut">
              <a:rPr lang="da-DK" smtClean="0"/>
              <a:t>20-12-2024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FF06E-9585-4132-B6AF-56EA7B108BBC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8880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610306" y="2300034"/>
            <a:ext cx="6210092" cy="366105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80031" y="2300034"/>
            <a:ext cx="18270270" cy="366105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2155-42B8-4F23-8111-564D1F24A34B}" type="datetimeFigureOut">
              <a:rPr lang="da-DK" smtClean="0"/>
              <a:t>20-12-2024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FF06E-9585-4132-B6AF-56EA7B108BBC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43775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80029" y="2300044"/>
            <a:ext cx="24840367" cy="8350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0029" y="11500170"/>
            <a:ext cx="24840367" cy="27410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80029" y="40040601"/>
            <a:ext cx="6480096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562155-42B8-4F23-8111-564D1F24A34B}" type="datetimeFigureOut">
              <a:rPr lang="da-DK" smtClean="0"/>
              <a:t>20-12-2024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540141" y="40040601"/>
            <a:ext cx="9720143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340300" y="40040601"/>
            <a:ext cx="6480096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2FF06E-9585-4132-B6AF-56EA7B108BBC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47221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2880086" rtl="0" eaLnBrk="1" latinLnBrk="0" hangingPunct="1">
        <a:lnSpc>
          <a:spcPct val="90000"/>
        </a:lnSpc>
        <a:spcBef>
          <a:spcPct val="0"/>
        </a:spcBef>
        <a:buNone/>
        <a:defRPr sz="138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20021" indent="-720021" algn="l" defTabSz="2880086" rtl="0" eaLnBrk="1" latinLnBrk="0" hangingPunct="1">
        <a:lnSpc>
          <a:spcPct val="90000"/>
        </a:lnSpc>
        <a:spcBef>
          <a:spcPts val="3150"/>
        </a:spcBef>
        <a:buFont typeface="Arial" panose="020B0604020202020204" pitchFamily="34" charset="0"/>
        <a:buChar char="•"/>
        <a:defRPr sz="8819" kern="1200">
          <a:solidFill>
            <a:schemeClr val="tx1"/>
          </a:solidFill>
          <a:latin typeface="+mn-lt"/>
          <a:ea typeface="+mn-ea"/>
          <a:cs typeface="+mn-cs"/>
        </a:defRPr>
      </a:lvl1pPr>
      <a:lvl2pPr marL="2160064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7559" kern="1200">
          <a:solidFill>
            <a:schemeClr val="tx1"/>
          </a:solidFill>
          <a:latin typeface="+mn-lt"/>
          <a:ea typeface="+mn-ea"/>
          <a:cs typeface="+mn-cs"/>
        </a:defRPr>
      </a:lvl2pPr>
      <a:lvl3pPr marL="3600107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6299" kern="1200">
          <a:solidFill>
            <a:schemeClr val="tx1"/>
          </a:solidFill>
          <a:latin typeface="+mn-lt"/>
          <a:ea typeface="+mn-ea"/>
          <a:cs typeface="+mn-cs"/>
        </a:defRPr>
      </a:lvl3pPr>
      <a:lvl4pPr marL="5040150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4pPr>
      <a:lvl5pPr marL="6480193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5pPr>
      <a:lvl6pPr marL="7920236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6pPr>
      <a:lvl7pPr marL="9360278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7pPr>
      <a:lvl8pPr marL="10800321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8pPr>
      <a:lvl9pPr marL="12240364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1pPr>
      <a:lvl2pPr marL="1440043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2pPr>
      <a:lvl3pPr marL="2880086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3pPr>
      <a:lvl4pPr marL="4320129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4pPr>
      <a:lvl5pPr marL="5760171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5pPr>
      <a:lvl6pPr marL="7200214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6pPr>
      <a:lvl7pPr marL="8640257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7pPr>
      <a:lvl8pPr marL="10080300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8pPr>
      <a:lvl9pPr marL="11520343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64CAE3-4329-9F05-2E0B-AB73C5E0C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E676DA4-1FEB-EF13-E150-A37FCD50D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boxOuterWidth           = 430;  // x</a:t>
            </a:r>
          </a:p>
          <a:p>
            <a:r>
              <a:rPr lang="da-DK" dirty="0"/>
              <a:t>boxOuterDepth           = 310;  // y</a:t>
            </a:r>
          </a:p>
          <a:p>
            <a:r>
              <a:rPr lang="da-DK" dirty="0"/>
              <a:t>boxOuterHeight          = 50;   // z</a:t>
            </a:r>
          </a:p>
          <a:p>
            <a:r>
              <a:rPr lang="da-DK" dirty="0"/>
              <a:t>labelFontSize           = 8;</a:t>
            </a:r>
          </a:p>
        </p:txBody>
      </p:sp>
    </p:spTree>
    <p:extLst>
      <p:ext uri="{BB962C8B-B14F-4D97-AF65-F5344CB8AC3E}">
        <p14:creationId xmlns:p14="http://schemas.microsoft.com/office/powerpoint/2010/main" val="40839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5C7EF-6B49-23C6-AC93-265217457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F484207-80A0-D126-BBAE-4DFF2682F523}"/>
              </a:ext>
            </a:extLst>
          </p:cNvPr>
          <p:cNvSpPr/>
          <p:nvPr/>
        </p:nvSpPr>
        <p:spPr>
          <a:xfrm>
            <a:off x="693555" y="363083"/>
            <a:ext cx="11160000" cy="180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089486-A3CD-FF86-440D-F952277912E1}"/>
              </a:ext>
            </a:extLst>
          </p:cNvPr>
          <p:cNvSpPr/>
          <p:nvPr/>
        </p:nvSpPr>
        <p:spPr>
          <a:xfrm>
            <a:off x="693555" y="2270392"/>
            <a:ext cx="11160000" cy="180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25F2AF7-21A7-EB54-EC9A-69F3BB1E12F0}"/>
              </a:ext>
            </a:extLst>
          </p:cNvPr>
          <p:cNvSpPr/>
          <p:nvPr/>
        </p:nvSpPr>
        <p:spPr>
          <a:xfrm rot="5400000">
            <a:off x="-1466445" y="7015875"/>
            <a:ext cx="15480000" cy="111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88F1D4B-BC82-F043-5E7A-DA6CB578892E}"/>
              </a:ext>
            </a:extLst>
          </p:cNvPr>
          <p:cNvSpPr/>
          <p:nvPr/>
        </p:nvSpPr>
        <p:spPr>
          <a:xfrm rot="5400000">
            <a:off x="5365830" y="11695875"/>
            <a:ext cx="15480000" cy="180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764F3DD-E08A-A3A4-F855-2B50077611B1}"/>
              </a:ext>
            </a:extLst>
          </p:cNvPr>
          <p:cNvSpPr/>
          <p:nvPr/>
        </p:nvSpPr>
        <p:spPr>
          <a:xfrm>
            <a:off x="16946870" y="363083"/>
            <a:ext cx="11160000" cy="180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41B113-7FB1-13EE-364B-BC283DAC799B}"/>
              </a:ext>
            </a:extLst>
          </p:cNvPr>
          <p:cNvSpPr/>
          <p:nvPr/>
        </p:nvSpPr>
        <p:spPr>
          <a:xfrm>
            <a:off x="16946870" y="2270392"/>
            <a:ext cx="11160000" cy="180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58E82C8-E87F-6E8C-EF99-039300CF6102}"/>
              </a:ext>
            </a:extLst>
          </p:cNvPr>
          <p:cNvSpPr/>
          <p:nvPr/>
        </p:nvSpPr>
        <p:spPr>
          <a:xfrm rot="5400000">
            <a:off x="7954595" y="11695875"/>
            <a:ext cx="15480000" cy="180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8CDEE3F-4AA4-5F34-8599-44FBAA036579}"/>
              </a:ext>
            </a:extLst>
          </p:cNvPr>
          <p:cNvSpPr/>
          <p:nvPr/>
        </p:nvSpPr>
        <p:spPr>
          <a:xfrm rot="5400000">
            <a:off x="14786870" y="7015875"/>
            <a:ext cx="15480000" cy="111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283860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</TotalTime>
  <Words>22</Words>
  <Application>Microsoft Office PowerPoint</Application>
  <PresentationFormat>Custom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Anders Brandt</dc:creator>
  <cp:lastModifiedBy>Anders Brandt</cp:lastModifiedBy>
  <cp:revision>1</cp:revision>
  <dcterms:created xsi:type="dcterms:W3CDTF">2024-12-20T16:58:48Z</dcterms:created>
  <dcterms:modified xsi:type="dcterms:W3CDTF">2024-12-20T17:10:07Z</dcterms:modified>
</cp:coreProperties>
</file>
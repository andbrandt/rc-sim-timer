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</p:sldIdLst>
  <p:sldSz cx="14400213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5" d="100"/>
          <a:sy n="25" d="100"/>
        </p:scale>
        <p:origin x="294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4713405"/>
            <a:ext cx="12240181" cy="10026815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15126892"/>
            <a:ext cx="10800160" cy="6953434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4346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2904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7180114"/>
            <a:ext cx="12420184" cy="11980175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19273626"/>
            <a:ext cx="12420184" cy="6300091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82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0627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7666780"/>
            <a:ext cx="6120091" cy="18273605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7666780"/>
            <a:ext cx="6120091" cy="18273605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10370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533362"/>
            <a:ext cx="12420184" cy="5566751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7060106"/>
            <a:ext cx="6091964" cy="3460049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10520155"/>
            <a:ext cx="6091964" cy="1547356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7060106"/>
            <a:ext cx="6121966" cy="3460049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10520155"/>
            <a:ext cx="6121966" cy="15473564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292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86440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32193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920028"/>
            <a:ext cx="4644444" cy="672009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4146734"/>
            <a:ext cx="7290108" cy="20466969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8640127"/>
            <a:ext cx="4644444" cy="16006905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74390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1920028"/>
            <a:ext cx="4644444" cy="6720099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4146734"/>
            <a:ext cx="7290108" cy="20466969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8640127"/>
            <a:ext cx="4644444" cy="16006905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3143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70967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1533356"/>
            <a:ext cx="3105046" cy="24407029"/>
          </a:xfrm>
        </p:spPr>
        <p:txBody>
          <a:bodyPr vert="eaVert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1533356"/>
            <a:ext cx="9135135" cy="24407029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01178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1533362"/>
            <a:ext cx="12420184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7666780"/>
            <a:ext cx="12420184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26693734"/>
            <a:ext cx="3240048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562155-42B8-4F23-8111-564D1F24A34B}" type="datetimeFigureOut">
              <a:rPr lang="da-DK" smtClean="0"/>
              <a:t>27-12-2024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26693734"/>
            <a:ext cx="4860072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26693734"/>
            <a:ext cx="3240048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2FF06E-9585-4132-B6AF-56EA7B108BBC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1430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64CAE3-4329-9F05-2E0B-AB73C5E0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E676DA4-1FEB-EF13-E150-A37FCD50DE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boxOuterWidth           = 430;  // x</a:t>
            </a:r>
          </a:p>
          <a:p>
            <a:r>
              <a:rPr lang="da-DK" dirty="0"/>
              <a:t>boxOuterDepth           = 310;  // y</a:t>
            </a:r>
          </a:p>
          <a:p>
            <a:r>
              <a:rPr lang="da-DK" dirty="0"/>
              <a:t>boxOuterHeight          = 50;   // z</a:t>
            </a:r>
          </a:p>
          <a:p>
            <a:r>
              <a:rPr lang="da-DK" dirty="0"/>
              <a:t>labelFontSize           = 8;</a:t>
            </a:r>
          </a:p>
        </p:txBody>
      </p:sp>
    </p:spTree>
    <p:extLst>
      <p:ext uri="{BB962C8B-B14F-4D97-AF65-F5344CB8AC3E}">
        <p14:creationId xmlns:p14="http://schemas.microsoft.com/office/powerpoint/2010/main" val="40839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5C7EF-6B49-23C6-AC93-265217457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e 9">
            <a:extLst>
              <a:ext uri="{FF2B5EF4-FFF2-40B4-BE49-F238E27FC236}">
                <a16:creationId xmlns:a16="http://schemas.microsoft.com/office/drawing/2014/main" id="{9BE34BC8-8595-FE1D-B124-5F90A2AC6FB1}"/>
              </a:ext>
            </a:extLst>
          </p:cNvPr>
          <p:cNvGrpSpPr/>
          <p:nvPr/>
        </p:nvGrpSpPr>
        <p:grpSpPr>
          <a:xfrm>
            <a:off x="582068" y="2915783"/>
            <a:ext cx="13236075" cy="15480000"/>
            <a:chOff x="769755" y="4855875"/>
            <a:chExt cx="13236075" cy="15480000"/>
          </a:xfrm>
        </p:grpSpPr>
        <p:sp>
          <p:nvSpPr>
            <p:cNvPr id="4" name="Rectangle 19">
              <a:extLst>
                <a:ext uri="{FF2B5EF4-FFF2-40B4-BE49-F238E27FC236}">
                  <a16:creationId xmlns:a16="http://schemas.microsoft.com/office/drawing/2014/main" id="{A25F2AF7-21A7-EB54-EC9A-69F3BB1E12F0}"/>
                </a:ext>
              </a:extLst>
            </p:cNvPr>
            <p:cNvSpPr/>
            <p:nvPr/>
          </p:nvSpPr>
          <p:spPr>
            <a:xfrm rot="5400000">
              <a:off x="-1390245" y="7015875"/>
              <a:ext cx="15480000" cy="111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sp>
          <p:nvSpPr>
            <p:cNvPr id="5" name="Rectangle 20">
              <a:extLst>
                <a:ext uri="{FF2B5EF4-FFF2-40B4-BE49-F238E27FC236}">
                  <a16:creationId xmlns:a16="http://schemas.microsoft.com/office/drawing/2014/main" id="{A88F1D4B-BC82-F043-5E7A-DA6CB578892E}"/>
                </a:ext>
              </a:extLst>
            </p:cNvPr>
            <p:cNvSpPr/>
            <p:nvPr/>
          </p:nvSpPr>
          <p:spPr>
            <a:xfrm rot="5400000">
              <a:off x="5365830" y="11695875"/>
              <a:ext cx="15480000" cy="180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</p:grpSp>
    </p:spTree>
    <p:extLst>
      <p:ext uri="{BB962C8B-B14F-4D97-AF65-F5344CB8AC3E}">
        <p14:creationId xmlns:p14="http://schemas.microsoft.com/office/powerpoint/2010/main" val="328386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A21DB-0810-674E-209F-2AB46FE4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pe 10">
            <a:extLst>
              <a:ext uri="{FF2B5EF4-FFF2-40B4-BE49-F238E27FC236}">
                <a16:creationId xmlns:a16="http://schemas.microsoft.com/office/drawing/2014/main" id="{32A093B6-AFB3-F8A5-BAB5-40CE29F62281}"/>
              </a:ext>
            </a:extLst>
          </p:cNvPr>
          <p:cNvGrpSpPr/>
          <p:nvPr/>
        </p:nvGrpSpPr>
        <p:grpSpPr>
          <a:xfrm>
            <a:off x="588255" y="2950875"/>
            <a:ext cx="13223701" cy="22590000"/>
            <a:chOff x="617355" y="4855875"/>
            <a:chExt cx="13223701" cy="22590000"/>
          </a:xfrm>
        </p:grpSpPr>
        <p:sp>
          <p:nvSpPr>
            <p:cNvPr id="3" name="Rectangle 18">
              <a:extLst>
                <a:ext uri="{FF2B5EF4-FFF2-40B4-BE49-F238E27FC236}">
                  <a16:creationId xmlns:a16="http://schemas.microsoft.com/office/drawing/2014/main" id="{A08468ED-B7BD-796B-A402-8DCA572BD265}"/>
                </a:ext>
              </a:extLst>
            </p:cNvPr>
            <p:cNvSpPr/>
            <p:nvPr/>
          </p:nvSpPr>
          <p:spPr>
            <a:xfrm rot="5400000">
              <a:off x="7361055" y="9535875"/>
              <a:ext cx="11160000" cy="180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sp>
          <p:nvSpPr>
            <p:cNvPr id="4" name="Rectangle 19">
              <a:extLst>
                <a:ext uri="{FF2B5EF4-FFF2-40B4-BE49-F238E27FC236}">
                  <a16:creationId xmlns:a16="http://schemas.microsoft.com/office/drawing/2014/main" id="{96D5AF0C-18A8-D10A-2AD4-591DC89C23ED}"/>
                </a:ext>
              </a:extLst>
            </p:cNvPr>
            <p:cNvSpPr/>
            <p:nvPr/>
          </p:nvSpPr>
          <p:spPr>
            <a:xfrm rot="5400000">
              <a:off x="-1542645" y="7015875"/>
              <a:ext cx="15480000" cy="1116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  <p:sp>
          <p:nvSpPr>
            <p:cNvPr id="10" name="Rectangle 18">
              <a:extLst>
                <a:ext uri="{FF2B5EF4-FFF2-40B4-BE49-F238E27FC236}">
                  <a16:creationId xmlns:a16="http://schemas.microsoft.com/office/drawing/2014/main" id="{96C3DF6B-A538-0B38-2AE3-53DD76939249}"/>
                </a:ext>
              </a:extLst>
            </p:cNvPr>
            <p:cNvSpPr/>
            <p:nvPr/>
          </p:nvSpPr>
          <p:spPr>
            <a:xfrm rot="5400000">
              <a:off x="7361056" y="20965875"/>
              <a:ext cx="11160000" cy="1800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a-DK" dirty="0"/>
            </a:p>
          </p:txBody>
        </p:sp>
      </p:grpSp>
    </p:spTree>
    <p:extLst>
      <p:ext uri="{BB962C8B-B14F-4D97-AF65-F5344CB8AC3E}">
        <p14:creationId xmlns:p14="http://schemas.microsoft.com/office/powerpoint/2010/main" val="106478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-t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-t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22</Words>
  <Application>Microsoft Office PowerPoint</Application>
  <PresentationFormat>Brugerdefineret</PresentationFormat>
  <Paragraphs>4</Paragraphs>
  <Slides>3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3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PowerPoint-præsentation</vt:lpstr>
      <vt:lpstr>PowerPoint-præsentation</vt:lpstr>
      <vt:lpstr>PowerPoint-præsentation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 Brandt</dc:creator>
  <cp:lastModifiedBy>Anders Brandt</cp:lastModifiedBy>
  <cp:revision>3</cp:revision>
  <dcterms:created xsi:type="dcterms:W3CDTF">2024-12-20T16:58:48Z</dcterms:created>
  <dcterms:modified xsi:type="dcterms:W3CDTF">2024-12-27T18:11:59Z</dcterms:modified>
</cp:coreProperties>
</file>
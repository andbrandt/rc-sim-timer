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Lst>
  <p:sldSz cx="12192000" cy="6858000"/>
  <p:notesSz cx="6858000" cy="9144000"/>
  <p:defaultText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0EA00"/>
    <a:srgbClr val="FFFF00"/>
    <a:srgbClr val="FF99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00" d="100"/>
          <a:sy n="100" d="100"/>
        </p:scale>
        <p:origin x="540"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27845-E41A-CD3B-51BB-77397A273B1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da-DK"/>
          </a:p>
        </p:txBody>
      </p:sp>
      <p:sp>
        <p:nvSpPr>
          <p:cNvPr id="3" name="Subtitle 2">
            <a:extLst>
              <a:ext uri="{FF2B5EF4-FFF2-40B4-BE49-F238E27FC236}">
                <a16:creationId xmlns:a16="http://schemas.microsoft.com/office/drawing/2014/main" id="{CBB7329B-FDEC-B858-B0E3-876570E7333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da-DK"/>
          </a:p>
        </p:txBody>
      </p:sp>
      <p:sp>
        <p:nvSpPr>
          <p:cNvPr id="4" name="Date Placeholder 3">
            <a:extLst>
              <a:ext uri="{FF2B5EF4-FFF2-40B4-BE49-F238E27FC236}">
                <a16:creationId xmlns:a16="http://schemas.microsoft.com/office/drawing/2014/main" id="{51C9031A-15D5-EE58-0474-7BD887E66D50}"/>
              </a:ext>
            </a:extLst>
          </p:cNvPr>
          <p:cNvSpPr>
            <a:spLocks noGrp="1"/>
          </p:cNvSpPr>
          <p:nvPr>
            <p:ph type="dt" sz="half" idx="10"/>
          </p:nvPr>
        </p:nvSpPr>
        <p:spPr/>
        <p:txBody>
          <a:bodyPr/>
          <a:lstStyle/>
          <a:p>
            <a:fld id="{D71A6701-299A-4DFF-B19D-2CB51EAEFED9}" type="datetimeFigureOut">
              <a:rPr lang="da-DK" smtClean="0"/>
              <a:t>31-10-2024</a:t>
            </a:fld>
            <a:endParaRPr lang="da-DK"/>
          </a:p>
        </p:txBody>
      </p:sp>
      <p:sp>
        <p:nvSpPr>
          <p:cNvPr id="5" name="Footer Placeholder 4">
            <a:extLst>
              <a:ext uri="{FF2B5EF4-FFF2-40B4-BE49-F238E27FC236}">
                <a16:creationId xmlns:a16="http://schemas.microsoft.com/office/drawing/2014/main" id="{E63ADD20-4A40-0A93-01CC-1427FD013E2F}"/>
              </a:ext>
            </a:extLst>
          </p:cNvPr>
          <p:cNvSpPr>
            <a:spLocks noGrp="1"/>
          </p:cNvSpPr>
          <p:nvPr>
            <p:ph type="ftr" sz="quarter" idx="11"/>
          </p:nvPr>
        </p:nvSpPr>
        <p:spPr/>
        <p:txBody>
          <a:bodyPr/>
          <a:lstStyle/>
          <a:p>
            <a:endParaRPr lang="da-DK"/>
          </a:p>
        </p:txBody>
      </p:sp>
      <p:sp>
        <p:nvSpPr>
          <p:cNvPr id="6" name="Slide Number Placeholder 5">
            <a:extLst>
              <a:ext uri="{FF2B5EF4-FFF2-40B4-BE49-F238E27FC236}">
                <a16:creationId xmlns:a16="http://schemas.microsoft.com/office/drawing/2014/main" id="{F6C861C2-68EE-EE46-8094-0F55B1759D6D}"/>
              </a:ext>
            </a:extLst>
          </p:cNvPr>
          <p:cNvSpPr>
            <a:spLocks noGrp="1"/>
          </p:cNvSpPr>
          <p:nvPr>
            <p:ph type="sldNum" sz="quarter" idx="12"/>
          </p:nvPr>
        </p:nvSpPr>
        <p:spPr/>
        <p:txBody>
          <a:bodyPr/>
          <a:lstStyle/>
          <a:p>
            <a:fld id="{616C71EC-C6EC-4B01-8C87-3FFD14D4F4AB}" type="slidenum">
              <a:rPr lang="da-DK" smtClean="0"/>
              <a:t>‹#›</a:t>
            </a:fld>
            <a:endParaRPr lang="da-DK"/>
          </a:p>
        </p:txBody>
      </p:sp>
    </p:spTree>
    <p:extLst>
      <p:ext uri="{BB962C8B-B14F-4D97-AF65-F5344CB8AC3E}">
        <p14:creationId xmlns:p14="http://schemas.microsoft.com/office/powerpoint/2010/main" val="16669417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7A8214-0C76-8BDF-56BA-F334615A3D03}"/>
              </a:ext>
            </a:extLst>
          </p:cNvPr>
          <p:cNvSpPr>
            <a:spLocks noGrp="1"/>
          </p:cNvSpPr>
          <p:nvPr>
            <p:ph type="title"/>
          </p:nvPr>
        </p:nvSpPr>
        <p:spPr/>
        <p:txBody>
          <a:bodyPr/>
          <a:lstStyle/>
          <a:p>
            <a:r>
              <a:rPr lang="en-US"/>
              <a:t>Click to edit Master title style</a:t>
            </a:r>
            <a:endParaRPr lang="da-DK"/>
          </a:p>
        </p:txBody>
      </p:sp>
      <p:sp>
        <p:nvSpPr>
          <p:cNvPr id="3" name="Content Placeholder 2">
            <a:extLst>
              <a:ext uri="{FF2B5EF4-FFF2-40B4-BE49-F238E27FC236}">
                <a16:creationId xmlns:a16="http://schemas.microsoft.com/office/drawing/2014/main" id="{EEDC6066-A551-CBA2-9EA6-2757CE0F028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a-DK"/>
          </a:p>
        </p:txBody>
      </p:sp>
      <p:sp>
        <p:nvSpPr>
          <p:cNvPr id="4" name="Date Placeholder 3">
            <a:extLst>
              <a:ext uri="{FF2B5EF4-FFF2-40B4-BE49-F238E27FC236}">
                <a16:creationId xmlns:a16="http://schemas.microsoft.com/office/drawing/2014/main" id="{4DFDBC67-41D5-4184-EF7F-7932CE349ADF}"/>
              </a:ext>
            </a:extLst>
          </p:cNvPr>
          <p:cNvSpPr>
            <a:spLocks noGrp="1"/>
          </p:cNvSpPr>
          <p:nvPr>
            <p:ph type="dt" sz="half" idx="10"/>
          </p:nvPr>
        </p:nvSpPr>
        <p:spPr/>
        <p:txBody>
          <a:bodyPr/>
          <a:lstStyle/>
          <a:p>
            <a:fld id="{D71A6701-299A-4DFF-B19D-2CB51EAEFED9}" type="datetimeFigureOut">
              <a:rPr lang="da-DK" smtClean="0"/>
              <a:t>31-10-2024</a:t>
            </a:fld>
            <a:endParaRPr lang="da-DK"/>
          </a:p>
        </p:txBody>
      </p:sp>
      <p:sp>
        <p:nvSpPr>
          <p:cNvPr id="5" name="Footer Placeholder 4">
            <a:extLst>
              <a:ext uri="{FF2B5EF4-FFF2-40B4-BE49-F238E27FC236}">
                <a16:creationId xmlns:a16="http://schemas.microsoft.com/office/drawing/2014/main" id="{212107D9-16D4-E5D1-91FF-AF7C495BAB29}"/>
              </a:ext>
            </a:extLst>
          </p:cNvPr>
          <p:cNvSpPr>
            <a:spLocks noGrp="1"/>
          </p:cNvSpPr>
          <p:nvPr>
            <p:ph type="ftr" sz="quarter" idx="11"/>
          </p:nvPr>
        </p:nvSpPr>
        <p:spPr/>
        <p:txBody>
          <a:bodyPr/>
          <a:lstStyle/>
          <a:p>
            <a:endParaRPr lang="da-DK"/>
          </a:p>
        </p:txBody>
      </p:sp>
      <p:sp>
        <p:nvSpPr>
          <p:cNvPr id="6" name="Slide Number Placeholder 5">
            <a:extLst>
              <a:ext uri="{FF2B5EF4-FFF2-40B4-BE49-F238E27FC236}">
                <a16:creationId xmlns:a16="http://schemas.microsoft.com/office/drawing/2014/main" id="{92F19EC9-181D-C778-DD76-A05924EBBA19}"/>
              </a:ext>
            </a:extLst>
          </p:cNvPr>
          <p:cNvSpPr>
            <a:spLocks noGrp="1"/>
          </p:cNvSpPr>
          <p:nvPr>
            <p:ph type="sldNum" sz="quarter" idx="12"/>
          </p:nvPr>
        </p:nvSpPr>
        <p:spPr/>
        <p:txBody>
          <a:bodyPr/>
          <a:lstStyle/>
          <a:p>
            <a:fld id="{616C71EC-C6EC-4B01-8C87-3FFD14D4F4AB}" type="slidenum">
              <a:rPr lang="da-DK" smtClean="0"/>
              <a:t>‹#›</a:t>
            </a:fld>
            <a:endParaRPr lang="da-DK"/>
          </a:p>
        </p:txBody>
      </p:sp>
    </p:spTree>
    <p:extLst>
      <p:ext uri="{BB962C8B-B14F-4D97-AF65-F5344CB8AC3E}">
        <p14:creationId xmlns:p14="http://schemas.microsoft.com/office/powerpoint/2010/main" val="15885156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B14447-C9B4-8E3C-6661-C8924CC8F76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da-DK"/>
          </a:p>
        </p:txBody>
      </p:sp>
      <p:sp>
        <p:nvSpPr>
          <p:cNvPr id="3" name="Text Placeholder 2">
            <a:extLst>
              <a:ext uri="{FF2B5EF4-FFF2-40B4-BE49-F238E27FC236}">
                <a16:creationId xmlns:a16="http://schemas.microsoft.com/office/drawing/2014/main" id="{BFD4358B-E5B3-EB80-1CDE-A40D6762DD4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7B4D41D-FF2D-C4EE-48E4-139428835547}"/>
              </a:ext>
            </a:extLst>
          </p:cNvPr>
          <p:cNvSpPr>
            <a:spLocks noGrp="1"/>
          </p:cNvSpPr>
          <p:nvPr>
            <p:ph type="dt" sz="half" idx="10"/>
          </p:nvPr>
        </p:nvSpPr>
        <p:spPr/>
        <p:txBody>
          <a:bodyPr/>
          <a:lstStyle/>
          <a:p>
            <a:fld id="{D71A6701-299A-4DFF-B19D-2CB51EAEFED9}" type="datetimeFigureOut">
              <a:rPr lang="da-DK" smtClean="0"/>
              <a:t>31-10-2024</a:t>
            </a:fld>
            <a:endParaRPr lang="da-DK"/>
          </a:p>
        </p:txBody>
      </p:sp>
      <p:sp>
        <p:nvSpPr>
          <p:cNvPr id="5" name="Footer Placeholder 4">
            <a:extLst>
              <a:ext uri="{FF2B5EF4-FFF2-40B4-BE49-F238E27FC236}">
                <a16:creationId xmlns:a16="http://schemas.microsoft.com/office/drawing/2014/main" id="{F2D4099D-45AC-84E9-0935-4498BA6CEE85}"/>
              </a:ext>
            </a:extLst>
          </p:cNvPr>
          <p:cNvSpPr>
            <a:spLocks noGrp="1"/>
          </p:cNvSpPr>
          <p:nvPr>
            <p:ph type="ftr" sz="quarter" idx="11"/>
          </p:nvPr>
        </p:nvSpPr>
        <p:spPr/>
        <p:txBody>
          <a:bodyPr/>
          <a:lstStyle/>
          <a:p>
            <a:endParaRPr lang="da-DK"/>
          </a:p>
        </p:txBody>
      </p:sp>
      <p:sp>
        <p:nvSpPr>
          <p:cNvPr id="6" name="Slide Number Placeholder 5">
            <a:extLst>
              <a:ext uri="{FF2B5EF4-FFF2-40B4-BE49-F238E27FC236}">
                <a16:creationId xmlns:a16="http://schemas.microsoft.com/office/drawing/2014/main" id="{55F054C1-D89F-09D2-8B6F-77F022BB4ED8}"/>
              </a:ext>
            </a:extLst>
          </p:cNvPr>
          <p:cNvSpPr>
            <a:spLocks noGrp="1"/>
          </p:cNvSpPr>
          <p:nvPr>
            <p:ph type="sldNum" sz="quarter" idx="12"/>
          </p:nvPr>
        </p:nvSpPr>
        <p:spPr/>
        <p:txBody>
          <a:bodyPr/>
          <a:lstStyle/>
          <a:p>
            <a:fld id="{616C71EC-C6EC-4B01-8C87-3FFD14D4F4AB}" type="slidenum">
              <a:rPr lang="da-DK" smtClean="0"/>
              <a:t>‹#›</a:t>
            </a:fld>
            <a:endParaRPr lang="da-DK"/>
          </a:p>
        </p:txBody>
      </p:sp>
    </p:spTree>
    <p:extLst>
      <p:ext uri="{BB962C8B-B14F-4D97-AF65-F5344CB8AC3E}">
        <p14:creationId xmlns:p14="http://schemas.microsoft.com/office/powerpoint/2010/main" val="8541959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B299AC-E31A-5C33-C68E-E19CBD1A973E}"/>
              </a:ext>
            </a:extLst>
          </p:cNvPr>
          <p:cNvSpPr>
            <a:spLocks noGrp="1"/>
          </p:cNvSpPr>
          <p:nvPr>
            <p:ph type="title"/>
          </p:nvPr>
        </p:nvSpPr>
        <p:spPr/>
        <p:txBody>
          <a:bodyPr/>
          <a:lstStyle/>
          <a:p>
            <a:r>
              <a:rPr lang="en-US"/>
              <a:t>Click to edit Master title style</a:t>
            </a:r>
            <a:endParaRPr lang="da-DK"/>
          </a:p>
        </p:txBody>
      </p:sp>
      <p:sp>
        <p:nvSpPr>
          <p:cNvPr id="3" name="Content Placeholder 2">
            <a:extLst>
              <a:ext uri="{FF2B5EF4-FFF2-40B4-BE49-F238E27FC236}">
                <a16:creationId xmlns:a16="http://schemas.microsoft.com/office/drawing/2014/main" id="{498957DE-3E1D-C016-189D-ECF711B6D07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a-DK"/>
          </a:p>
        </p:txBody>
      </p:sp>
      <p:sp>
        <p:nvSpPr>
          <p:cNvPr id="4" name="Content Placeholder 3">
            <a:extLst>
              <a:ext uri="{FF2B5EF4-FFF2-40B4-BE49-F238E27FC236}">
                <a16:creationId xmlns:a16="http://schemas.microsoft.com/office/drawing/2014/main" id="{16CB3F4A-2E45-81AB-10D3-3DFBEA79CD5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a-DK"/>
          </a:p>
        </p:txBody>
      </p:sp>
      <p:sp>
        <p:nvSpPr>
          <p:cNvPr id="5" name="Date Placeholder 4">
            <a:extLst>
              <a:ext uri="{FF2B5EF4-FFF2-40B4-BE49-F238E27FC236}">
                <a16:creationId xmlns:a16="http://schemas.microsoft.com/office/drawing/2014/main" id="{14F88BA6-34F0-43CB-15E8-CCF5132964C0}"/>
              </a:ext>
            </a:extLst>
          </p:cNvPr>
          <p:cNvSpPr>
            <a:spLocks noGrp="1"/>
          </p:cNvSpPr>
          <p:nvPr>
            <p:ph type="dt" sz="half" idx="10"/>
          </p:nvPr>
        </p:nvSpPr>
        <p:spPr/>
        <p:txBody>
          <a:bodyPr/>
          <a:lstStyle/>
          <a:p>
            <a:fld id="{D71A6701-299A-4DFF-B19D-2CB51EAEFED9}" type="datetimeFigureOut">
              <a:rPr lang="da-DK" smtClean="0"/>
              <a:t>31-10-2024</a:t>
            </a:fld>
            <a:endParaRPr lang="da-DK"/>
          </a:p>
        </p:txBody>
      </p:sp>
      <p:sp>
        <p:nvSpPr>
          <p:cNvPr id="6" name="Footer Placeholder 5">
            <a:extLst>
              <a:ext uri="{FF2B5EF4-FFF2-40B4-BE49-F238E27FC236}">
                <a16:creationId xmlns:a16="http://schemas.microsoft.com/office/drawing/2014/main" id="{82E34365-78D0-0DF7-44DC-14D54FCCDADC}"/>
              </a:ext>
            </a:extLst>
          </p:cNvPr>
          <p:cNvSpPr>
            <a:spLocks noGrp="1"/>
          </p:cNvSpPr>
          <p:nvPr>
            <p:ph type="ftr" sz="quarter" idx="11"/>
          </p:nvPr>
        </p:nvSpPr>
        <p:spPr/>
        <p:txBody>
          <a:bodyPr/>
          <a:lstStyle/>
          <a:p>
            <a:endParaRPr lang="da-DK"/>
          </a:p>
        </p:txBody>
      </p:sp>
      <p:sp>
        <p:nvSpPr>
          <p:cNvPr id="7" name="Slide Number Placeholder 6">
            <a:extLst>
              <a:ext uri="{FF2B5EF4-FFF2-40B4-BE49-F238E27FC236}">
                <a16:creationId xmlns:a16="http://schemas.microsoft.com/office/drawing/2014/main" id="{C4D45784-2954-FEF6-69EE-4F8026B0FC70}"/>
              </a:ext>
            </a:extLst>
          </p:cNvPr>
          <p:cNvSpPr>
            <a:spLocks noGrp="1"/>
          </p:cNvSpPr>
          <p:nvPr>
            <p:ph type="sldNum" sz="quarter" idx="12"/>
          </p:nvPr>
        </p:nvSpPr>
        <p:spPr/>
        <p:txBody>
          <a:bodyPr/>
          <a:lstStyle/>
          <a:p>
            <a:fld id="{616C71EC-C6EC-4B01-8C87-3FFD14D4F4AB}" type="slidenum">
              <a:rPr lang="da-DK" smtClean="0"/>
              <a:t>‹#›</a:t>
            </a:fld>
            <a:endParaRPr lang="da-DK"/>
          </a:p>
        </p:txBody>
      </p:sp>
    </p:spTree>
    <p:extLst>
      <p:ext uri="{BB962C8B-B14F-4D97-AF65-F5344CB8AC3E}">
        <p14:creationId xmlns:p14="http://schemas.microsoft.com/office/powerpoint/2010/main" val="41989596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311D9A-9886-C261-FD24-81BFE462356B}"/>
              </a:ext>
            </a:extLst>
          </p:cNvPr>
          <p:cNvSpPr>
            <a:spLocks noGrp="1"/>
          </p:cNvSpPr>
          <p:nvPr>
            <p:ph type="title"/>
          </p:nvPr>
        </p:nvSpPr>
        <p:spPr>
          <a:xfrm>
            <a:off x="839788" y="365125"/>
            <a:ext cx="10515600" cy="1325563"/>
          </a:xfrm>
        </p:spPr>
        <p:txBody>
          <a:bodyPr/>
          <a:lstStyle/>
          <a:p>
            <a:r>
              <a:rPr lang="en-US"/>
              <a:t>Click to edit Master title style</a:t>
            </a:r>
            <a:endParaRPr lang="da-DK"/>
          </a:p>
        </p:txBody>
      </p:sp>
      <p:sp>
        <p:nvSpPr>
          <p:cNvPr id="3" name="Text Placeholder 2">
            <a:extLst>
              <a:ext uri="{FF2B5EF4-FFF2-40B4-BE49-F238E27FC236}">
                <a16:creationId xmlns:a16="http://schemas.microsoft.com/office/drawing/2014/main" id="{22F19765-C749-6E33-DB8B-CC513923B0F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41F5520-A141-6D48-1BE5-D76517E0653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a-DK"/>
          </a:p>
        </p:txBody>
      </p:sp>
      <p:sp>
        <p:nvSpPr>
          <p:cNvPr id="5" name="Text Placeholder 4">
            <a:extLst>
              <a:ext uri="{FF2B5EF4-FFF2-40B4-BE49-F238E27FC236}">
                <a16:creationId xmlns:a16="http://schemas.microsoft.com/office/drawing/2014/main" id="{D0E73C81-6848-4AA3-988F-41E77FE1318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B6880CC-1E02-9AA5-BD39-96949FADDDC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a-DK"/>
          </a:p>
        </p:txBody>
      </p:sp>
      <p:sp>
        <p:nvSpPr>
          <p:cNvPr id="7" name="Date Placeholder 6">
            <a:extLst>
              <a:ext uri="{FF2B5EF4-FFF2-40B4-BE49-F238E27FC236}">
                <a16:creationId xmlns:a16="http://schemas.microsoft.com/office/drawing/2014/main" id="{1226FD15-514B-95B5-D80E-A84372A76EA7}"/>
              </a:ext>
            </a:extLst>
          </p:cNvPr>
          <p:cNvSpPr>
            <a:spLocks noGrp="1"/>
          </p:cNvSpPr>
          <p:nvPr>
            <p:ph type="dt" sz="half" idx="10"/>
          </p:nvPr>
        </p:nvSpPr>
        <p:spPr/>
        <p:txBody>
          <a:bodyPr/>
          <a:lstStyle/>
          <a:p>
            <a:fld id="{D71A6701-299A-4DFF-B19D-2CB51EAEFED9}" type="datetimeFigureOut">
              <a:rPr lang="da-DK" smtClean="0"/>
              <a:t>31-10-2024</a:t>
            </a:fld>
            <a:endParaRPr lang="da-DK"/>
          </a:p>
        </p:txBody>
      </p:sp>
      <p:sp>
        <p:nvSpPr>
          <p:cNvPr id="8" name="Footer Placeholder 7">
            <a:extLst>
              <a:ext uri="{FF2B5EF4-FFF2-40B4-BE49-F238E27FC236}">
                <a16:creationId xmlns:a16="http://schemas.microsoft.com/office/drawing/2014/main" id="{70935C45-4EC3-D2AA-FE98-AF41231FCF98}"/>
              </a:ext>
            </a:extLst>
          </p:cNvPr>
          <p:cNvSpPr>
            <a:spLocks noGrp="1"/>
          </p:cNvSpPr>
          <p:nvPr>
            <p:ph type="ftr" sz="quarter" idx="11"/>
          </p:nvPr>
        </p:nvSpPr>
        <p:spPr/>
        <p:txBody>
          <a:bodyPr/>
          <a:lstStyle/>
          <a:p>
            <a:endParaRPr lang="da-DK"/>
          </a:p>
        </p:txBody>
      </p:sp>
      <p:sp>
        <p:nvSpPr>
          <p:cNvPr id="9" name="Slide Number Placeholder 8">
            <a:extLst>
              <a:ext uri="{FF2B5EF4-FFF2-40B4-BE49-F238E27FC236}">
                <a16:creationId xmlns:a16="http://schemas.microsoft.com/office/drawing/2014/main" id="{8ECB6CF8-D46D-3EAC-E447-8F67EC340E26}"/>
              </a:ext>
            </a:extLst>
          </p:cNvPr>
          <p:cNvSpPr>
            <a:spLocks noGrp="1"/>
          </p:cNvSpPr>
          <p:nvPr>
            <p:ph type="sldNum" sz="quarter" idx="12"/>
          </p:nvPr>
        </p:nvSpPr>
        <p:spPr/>
        <p:txBody>
          <a:bodyPr/>
          <a:lstStyle/>
          <a:p>
            <a:fld id="{616C71EC-C6EC-4B01-8C87-3FFD14D4F4AB}" type="slidenum">
              <a:rPr lang="da-DK" smtClean="0"/>
              <a:t>‹#›</a:t>
            </a:fld>
            <a:endParaRPr lang="da-DK"/>
          </a:p>
        </p:txBody>
      </p:sp>
    </p:spTree>
    <p:extLst>
      <p:ext uri="{BB962C8B-B14F-4D97-AF65-F5344CB8AC3E}">
        <p14:creationId xmlns:p14="http://schemas.microsoft.com/office/powerpoint/2010/main" val="23846856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8E8A7B-78A1-8785-00B6-C1D2EEE2C70D}"/>
              </a:ext>
            </a:extLst>
          </p:cNvPr>
          <p:cNvSpPr>
            <a:spLocks noGrp="1"/>
          </p:cNvSpPr>
          <p:nvPr>
            <p:ph type="title"/>
          </p:nvPr>
        </p:nvSpPr>
        <p:spPr/>
        <p:txBody>
          <a:bodyPr/>
          <a:lstStyle/>
          <a:p>
            <a:r>
              <a:rPr lang="en-US"/>
              <a:t>Click to edit Master title style</a:t>
            </a:r>
            <a:endParaRPr lang="da-DK"/>
          </a:p>
        </p:txBody>
      </p:sp>
      <p:sp>
        <p:nvSpPr>
          <p:cNvPr id="3" name="Date Placeholder 2">
            <a:extLst>
              <a:ext uri="{FF2B5EF4-FFF2-40B4-BE49-F238E27FC236}">
                <a16:creationId xmlns:a16="http://schemas.microsoft.com/office/drawing/2014/main" id="{A52FF05D-AFC9-AAB7-6376-C1C483D28AC6}"/>
              </a:ext>
            </a:extLst>
          </p:cNvPr>
          <p:cNvSpPr>
            <a:spLocks noGrp="1"/>
          </p:cNvSpPr>
          <p:nvPr>
            <p:ph type="dt" sz="half" idx="10"/>
          </p:nvPr>
        </p:nvSpPr>
        <p:spPr/>
        <p:txBody>
          <a:bodyPr/>
          <a:lstStyle/>
          <a:p>
            <a:fld id="{D71A6701-299A-4DFF-B19D-2CB51EAEFED9}" type="datetimeFigureOut">
              <a:rPr lang="da-DK" smtClean="0"/>
              <a:t>31-10-2024</a:t>
            </a:fld>
            <a:endParaRPr lang="da-DK"/>
          </a:p>
        </p:txBody>
      </p:sp>
      <p:sp>
        <p:nvSpPr>
          <p:cNvPr id="4" name="Footer Placeholder 3">
            <a:extLst>
              <a:ext uri="{FF2B5EF4-FFF2-40B4-BE49-F238E27FC236}">
                <a16:creationId xmlns:a16="http://schemas.microsoft.com/office/drawing/2014/main" id="{596C430E-4F1B-8467-8F8B-D4FC83D5472E}"/>
              </a:ext>
            </a:extLst>
          </p:cNvPr>
          <p:cNvSpPr>
            <a:spLocks noGrp="1"/>
          </p:cNvSpPr>
          <p:nvPr>
            <p:ph type="ftr" sz="quarter" idx="11"/>
          </p:nvPr>
        </p:nvSpPr>
        <p:spPr/>
        <p:txBody>
          <a:bodyPr/>
          <a:lstStyle/>
          <a:p>
            <a:endParaRPr lang="da-DK"/>
          </a:p>
        </p:txBody>
      </p:sp>
      <p:sp>
        <p:nvSpPr>
          <p:cNvPr id="5" name="Slide Number Placeholder 4">
            <a:extLst>
              <a:ext uri="{FF2B5EF4-FFF2-40B4-BE49-F238E27FC236}">
                <a16:creationId xmlns:a16="http://schemas.microsoft.com/office/drawing/2014/main" id="{66EB6EFA-39B5-E521-32E3-6F7EDE654738}"/>
              </a:ext>
            </a:extLst>
          </p:cNvPr>
          <p:cNvSpPr>
            <a:spLocks noGrp="1"/>
          </p:cNvSpPr>
          <p:nvPr>
            <p:ph type="sldNum" sz="quarter" idx="12"/>
          </p:nvPr>
        </p:nvSpPr>
        <p:spPr/>
        <p:txBody>
          <a:bodyPr/>
          <a:lstStyle/>
          <a:p>
            <a:fld id="{616C71EC-C6EC-4B01-8C87-3FFD14D4F4AB}" type="slidenum">
              <a:rPr lang="da-DK" smtClean="0"/>
              <a:t>‹#›</a:t>
            </a:fld>
            <a:endParaRPr lang="da-DK"/>
          </a:p>
        </p:txBody>
      </p:sp>
    </p:spTree>
    <p:extLst>
      <p:ext uri="{BB962C8B-B14F-4D97-AF65-F5344CB8AC3E}">
        <p14:creationId xmlns:p14="http://schemas.microsoft.com/office/powerpoint/2010/main" val="31167405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F54EAFA-D2C1-8F8A-A736-94A86C19EA86}"/>
              </a:ext>
            </a:extLst>
          </p:cNvPr>
          <p:cNvSpPr>
            <a:spLocks noGrp="1"/>
          </p:cNvSpPr>
          <p:nvPr>
            <p:ph type="dt" sz="half" idx="10"/>
          </p:nvPr>
        </p:nvSpPr>
        <p:spPr/>
        <p:txBody>
          <a:bodyPr/>
          <a:lstStyle/>
          <a:p>
            <a:fld id="{D71A6701-299A-4DFF-B19D-2CB51EAEFED9}" type="datetimeFigureOut">
              <a:rPr lang="da-DK" smtClean="0"/>
              <a:t>31-10-2024</a:t>
            </a:fld>
            <a:endParaRPr lang="da-DK"/>
          </a:p>
        </p:txBody>
      </p:sp>
      <p:sp>
        <p:nvSpPr>
          <p:cNvPr id="3" name="Footer Placeholder 2">
            <a:extLst>
              <a:ext uri="{FF2B5EF4-FFF2-40B4-BE49-F238E27FC236}">
                <a16:creationId xmlns:a16="http://schemas.microsoft.com/office/drawing/2014/main" id="{D2F99149-1E8C-4DE6-75E0-BC56E2CD6D58}"/>
              </a:ext>
            </a:extLst>
          </p:cNvPr>
          <p:cNvSpPr>
            <a:spLocks noGrp="1"/>
          </p:cNvSpPr>
          <p:nvPr>
            <p:ph type="ftr" sz="quarter" idx="11"/>
          </p:nvPr>
        </p:nvSpPr>
        <p:spPr/>
        <p:txBody>
          <a:bodyPr/>
          <a:lstStyle/>
          <a:p>
            <a:endParaRPr lang="da-DK"/>
          </a:p>
        </p:txBody>
      </p:sp>
      <p:sp>
        <p:nvSpPr>
          <p:cNvPr id="4" name="Slide Number Placeholder 3">
            <a:extLst>
              <a:ext uri="{FF2B5EF4-FFF2-40B4-BE49-F238E27FC236}">
                <a16:creationId xmlns:a16="http://schemas.microsoft.com/office/drawing/2014/main" id="{20BAEB95-72F0-6A70-E136-5DBC48C768AC}"/>
              </a:ext>
            </a:extLst>
          </p:cNvPr>
          <p:cNvSpPr>
            <a:spLocks noGrp="1"/>
          </p:cNvSpPr>
          <p:nvPr>
            <p:ph type="sldNum" sz="quarter" idx="12"/>
          </p:nvPr>
        </p:nvSpPr>
        <p:spPr/>
        <p:txBody>
          <a:bodyPr/>
          <a:lstStyle/>
          <a:p>
            <a:fld id="{616C71EC-C6EC-4B01-8C87-3FFD14D4F4AB}" type="slidenum">
              <a:rPr lang="da-DK" smtClean="0"/>
              <a:t>‹#›</a:t>
            </a:fld>
            <a:endParaRPr lang="da-DK"/>
          </a:p>
        </p:txBody>
      </p:sp>
    </p:spTree>
    <p:extLst>
      <p:ext uri="{BB962C8B-B14F-4D97-AF65-F5344CB8AC3E}">
        <p14:creationId xmlns:p14="http://schemas.microsoft.com/office/powerpoint/2010/main" val="867134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89395-0F27-70E0-C788-C2D6DD8434E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da-DK"/>
          </a:p>
        </p:txBody>
      </p:sp>
      <p:sp>
        <p:nvSpPr>
          <p:cNvPr id="3" name="Content Placeholder 2">
            <a:extLst>
              <a:ext uri="{FF2B5EF4-FFF2-40B4-BE49-F238E27FC236}">
                <a16:creationId xmlns:a16="http://schemas.microsoft.com/office/drawing/2014/main" id="{67852BBC-04F0-28BD-2B80-793170CE1A2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a-DK"/>
          </a:p>
        </p:txBody>
      </p:sp>
      <p:sp>
        <p:nvSpPr>
          <p:cNvPr id="4" name="Text Placeholder 3">
            <a:extLst>
              <a:ext uri="{FF2B5EF4-FFF2-40B4-BE49-F238E27FC236}">
                <a16:creationId xmlns:a16="http://schemas.microsoft.com/office/drawing/2014/main" id="{939A9F87-3087-6A34-44B2-0CDB57DEBF8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DB7347D-00DF-CEBF-9901-CFCC8A17C475}"/>
              </a:ext>
            </a:extLst>
          </p:cNvPr>
          <p:cNvSpPr>
            <a:spLocks noGrp="1"/>
          </p:cNvSpPr>
          <p:nvPr>
            <p:ph type="dt" sz="half" idx="10"/>
          </p:nvPr>
        </p:nvSpPr>
        <p:spPr/>
        <p:txBody>
          <a:bodyPr/>
          <a:lstStyle/>
          <a:p>
            <a:fld id="{D71A6701-299A-4DFF-B19D-2CB51EAEFED9}" type="datetimeFigureOut">
              <a:rPr lang="da-DK" smtClean="0"/>
              <a:t>31-10-2024</a:t>
            </a:fld>
            <a:endParaRPr lang="da-DK"/>
          </a:p>
        </p:txBody>
      </p:sp>
      <p:sp>
        <p:nvSpPr>
          <p:cNvPr id="6" name="Footer Placeholder 5">
            <a:extLst>
              <a:ext uri="{FF2B5EF4-FFF2-40B4-BE49-F238E27FC236}">
                <a16:creationId xmlns:a16="http://schemas.microsoft.com/office/drawing/2014/main" id="{41B5B6BC-FF8B-03B1-A840-DC050CFB8AB3}"/>
              </a:ext>
            </a:extLst>
          </p:cNvPr>
          <p:cNvSpPr>
            <a:spLocks noGrp="1"/>
          </p:cNvSpPr>
          <p:nvPr>
            <p:ph type="ftr" sz="quarter" idx="11"/>
          </p:nvPr>
        </p:nvSpPr>
        <p:spPr/>
        <p:txBody>
          <a:bodyPr/>
          <a:lstStyle/>
          <a:p>
            <a:endParaRPr lang="da-DK"/>
          </a:p>
        </p:txBody>
      </p:sp>
      <p:sp>
        <p:nvSpPr>
          <p:cNvPr id="7" name="Slide Number Placeholder 6">
            <a:extLst>
              <a:ext uri="{FF2B5EF4-FFF2-40B4-BE49-F238E27FC236}">
                <a16:creationId xmlns:a16="http://schemas.microsoft.com/office/drawing/2014/main" id="{0F0F9D02-7CE6-06B5-127D-3C91736FA710}"/>
              </a:ext>
            </a:extLst>
          </p:cNvPr>
          <p:cNvSpPr>
            <a:spLocks noGrp="1"/>
          </p:cNvSpPr>
          <p:nvPr>
            <p:ph type="sldNum" sz="quarter" idx="12"/>
          </p:nvPr>
        </p:nvSpPr>
        <p:spPr/>
        <p:txBody>
          <a:bodyPr/>
          <a:lstStyle/>
          <a:p>
            <a:fld id="{616C71EC-C6EC-4B01-8C87-3FFD14D4F4AB}" type="slidenum">
              <a:rPr lang="da-DK" smtClean="0"/>
              <a:t>‹#›</a:t>
            </a:fld>
            <a:endParaRPr lang="da-DK"/>
          </a:p>
        </p:txBody>
      </p:sp>
    </p:spTree>
    <p:extLst>
      <p:ext uri="{BB962C8B-B14F-4D97-AF65-F5344CB8AC3E}">
        <p14:creationId xmlns:p14="http://schemas.microsoft.com/office/powerpoint/2010/main" val="7593243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50631-B4D2-261A-0A66-0B914FBABF2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da-DK"/>
          </a:p>
        </p:txBody>
      </p:sp>
      <p:sp>
        <p:nvSpPr>
          <p:cNvPr id="3" name="Picture Placeholder 2">
            <a:extLst>
              <a:ext uri="{FF2B5EF4-FFF2-40B4-BE49-F238E27FC236}">
                <a16:creationId xmlns:a16="http://schemas.microsoft.com/office/drawing/2014/main" id="{F884100A-1C9C-5A60-8E88-4DA45BD5480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a-DK"/>
          </a:p>
        </p:txBody>
      </p:sp>
      <p:sp>
        <p:nvSpPr>
          <p:cNvPr id="4" name="Text Placeholder 3">
            <a:extLst>
              <a:ext uri="{FF2B5EF4-FFF2-40B4-BE49-F238E27FC236}">
                <a16:creationId xmlns:a16="http://schemas.microsoft.com/office/drawing/2014/main" id="{93F47E29-B9A6-BAD6-92D5-77EC00CE434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98409D9-AC6D-E8F2-1B23-5D39DB5A474E}"/>
              </a:ext>
            </a:extLst>
          </p:cNvPr>
          <p:cNvSpPr>
            <a:spLocks noGrp="1"/>
          </p:cNvSpPr>
          <p:nvPr>
            <p:ph type="dt" sz="half" idx="10"/>
          </p:nvPr>
        </p:nvSpPr>
        <p:spPr/>
        <p:txBody>
          <a:bodyPr/>
          <a:lstStyle/>
          <a:p>
            <a:fld id="{D71A6701-299A-4DFF-B19D-2CB51EAEFED9}" type="datetimeFigureOut">
              <a:rPr lang="da-DK" smtClean="0"/>
              <a:t>31-10-2024</a:t>
            </a:fld>
            <a:endParaRPr lang="da-DK"/>
          </a:p>
        </p:txBody>
      </p:sp>
      <p:sp>
        <p:nvSpPr>
          <p:cNvPr id="6" name="Footer Placeholder 5">
            <a:extLst>
              <a:ext uri="{FF2B5EF4-FFF2-40B4-BE49-F238E27FC236}">
                <a16:creationId xmlns:a16="http://schemas.microsoft.com/office/drawing/2014/main" id="{30F20916-7D6F-CE26-5793-BFCA0A6E2D2C}"/>
              </a:ext>
            </a:extLst>
          </p:cNvPr>
          <p:cNvSpPr>
            <a:spLocks noGrp="1"/>
          </p:cNvSpPr>
          <p:nvPr>
            <p:ph type="ftr" sz="quarter" idx="11"/>
          </p:nvPr>
        </p:nvSpPr>
        <p:spPr/>
        <p:txBody>
          <a:bodyPr/>
          <a:lstStyle/>
          <a:p>
            <a:endParaRPr lang="da-DK"/>
          </a:p>
        </p:txBody>
      </p:sp>
      <p:sp>
        <p:nvSpPr>
          <p:cNvPr id="7" name="Slide Number Placeholder 6">
            <a:extLst>
              <a:ext uri="{FF2B5EF4-FFF2-40B4-BE49-F238E27FC236}">
                <a16:creationId xmlns:a16="http://schemas.microsoft.com/office/drawing/2014/main" id="{73195C2B-624D-307E-3810-CA10E1E7EC53}"/>
              </a:ext>
            </a:extLst>
          </p:cNvPr>
          <p:cNvSpPr>
            <a:spLocks noGrp="1"/>
          </p:cNvSpPr>
          <p:nvPr>
            <p:ph type="sldNum" sz="quarter" idx="12"/>
          </p:nvPr>
        </p:nvSpPr>
        <p:spPr/>
        <p:txBody>
          <a:bodyPr/>
          <a:lstStyle/>
          <a:p>
            <a:fld id="{616C71EC-C6EC-4B01-8C87-3FFD14D4F4AB}" type="slidenum">
              <a:rPr lang="da-DK" smtClean="0"/>
              <a:t>‹#›</a:t>
            </a:fld>
            <a:endParaRPr lang="da-DK"/>
          </a:p>
        </p:txBody>
      </p:sp>
    </p:spTree>
    <p:extLst>
      <p:ext uri="{BB962C8B-B14F-4D97-AF65-F5344CB8AC3E}">
        <p14:creationId xmlns:p14="http://schemas.microsoft.com/office/powerpoint/2010/main" val="28430931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0ADE9-C45D-28BF-936A-AD367587490F}"/>
              </a:ext>
            </a:extLst>
          </p:cNvPr>
          <p:cNvSpPr>
            <a:spLocks noGrp="1"/>
          </p:cNvSpPr>
          <p:nvPr>
            <p:ph type="title"/>
          </p:nvPr>
        </p:nvSpPr>
        <p:spPr/>
        <p:txBody>
          <a:bodyPr/>
          <a:lstStyle/>
          <a:p>
            <a:r>
              <a:rPr lang="en-US"/>
              <a:t>Click to edit Master title style</a:t>
            </a:r>
            <a:endParaRPr lang="da-DK"/>
          </a:p>
        </p:txBody>
      </p:sp>
      <p:sp>
        <p:nvSpPr>
          <p:cNvPr id="3" name="Vertical Text Placeholder 2">
            <a:extLst>
              <a:ext uri="{FF2B5EF4-FFF2-40B4-BE49-F238E27FC236}">
                <a16:creationId xmlns:a16="http://schemas.microsoft.com/office/drawing/2014/main" id="{4FE8C989-6B04-4B91-65CE-2E259BBD196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a-DK"/>
          </a:p>
        </p:txBody>
      </p:sp>
      <p:sp>
        <p:nvSpPr>
          <p:cNvPr id="4" name="Date Placeholder 3">
            <a:extLst>
              <a:ext uri="{FF2B5EF4-FFF2-40B4-BE49-F238E27FC236}">
                <a16:creationId xmlns:a16="http://schemas.microsoft.com/office/drawing/2014/main" id="{9BFC80D2-002D-9AA9-C96C-DCDBC9A87EE9}"/>
              </a:ext>
            </a:extLst>
          </p:cNvPr>
          <p:cNvSpPr>
            <a:spLocks noGrp="1"/>
          </p:cNvSpPr>
          <p:nvPr>
            <p:ph type="dt" sz="half" idx="10"/>
          </p:nvPr>
        </p:nvSpPr>
        <p:spPr/>
        <p:txBody>
          <a:bodyPr/>
          <a:lstStyle/>
          <a:p>
            <a:fld id="{D71A6701-299A-4DFF-B19D-2CB51EAEFED9}" type="datetimeFigureOut">
              <a:rPr lang="da-DK" smtClean="0"/>
              <a:t>31-10-2024</a:t>
            </a:fld>
            <a:endParaRPr lang="da-DK"/>
          </a:p>
        </p:txBody>
      </p:sp>
      <p:sp>
        <p:nvSpPr>
          <p:cNvPr id="5" name="Footer Placeholder 4">
            <a:extLst>
              <a:ext uri="{FF2B5EF4-FFF2-40B4-BE49-F238E27FC236}">
                <a16:creationId xmlns:a16="http://schemas.microsoft.com/office/drawing/2014/main" id="{7ADEA058-7B4F-A6CE-A2AE-E45E53067743}"/>
              </a:ext>
            </a:extLst>
          </p:cNvPr>
          <p:cNvSpPr>
            <a:spLocks noGrp="1"/>
          </p:cNvSpPr>
          <p:nvPr>
            <p:ph type="ftr" sz="quarter" idx="11"/>
          </p:nvPr>
        </p:nvSpPr>
        <p:spPr/>
        <p:txBody>
          <a:bodyPr/>
          <a:lstStyle/>
          <a:p>
            <a:endParaRPr lang="da-DK"/>
          </a:p>
        </p:txBody>
      </p:sp>
      <p:sp>
        <p:nvSpPr>
          <p:cNvPr id="6" name="Slide Number Placeholder 5">
            <a:extLst>
              <a:ext uri="{FF2B5EF4-FFF2-40B4-BE49-F238E27FC236}">
                <a16:creationId xmlns:a16="http://schemas.microsoft.com/office/drawing/2014/main" id="{0214EDC1-3F6E-3AA6-6E81-0E47C5E72C64}"/>
              </a:ext>
            </a:extLst>
          </p:cNvPr>
          <p:cNvSpPr>
            <a:spLocks noGrp="1"/>
          </p:cNvSpPr>
          <p:nvPr>
            <p:ph type="sldNum" sz="quarter" idx="12"/>
          </p:nvPr>
        </p:nvSpPr>
        <p:spPr/>
        <p:txBody>
          <a:bodyPr/>
          <a:lstStyle/>
          <a:p>
            <a:fld id="{616C71EC-C6EC-4B01-8C87-3FFD14D4F4AB}" type="slidenum">
              <a:rPr lang="da-DK" smtClean="0"/>
              <a:t>‹#›</a:t>
            </a:fld>
            <a:endParaRPr lang="da-DK"/>
          </a:p>
        </p:txBody>
      </p:sp>
    </p:spTree>
    <p:extLst>
      <p:ext uri="{BB962C8B-B14F-4D97-AF65-F5344CB8AC3E}">
        <p14:creationId xmlns:p14="http://schemas.microsoft.com/office/powerpoint/2010/main" val="20008600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6DB7E22-853A-506C-66F1-8F6A11A374D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da-DK"/>
          </a:p>
        </p:txBody>
      </p:sp>
      <p:sp>
        <p:nvSpPr>
          <p:cNvPr id="3" name="Vertical Text Placeholder 2">
            <a:extLst>
              <a:ext uri="{FF2B5EF4-FFF2-40B4-BE49-F238E27FC236}">
                <a16:creationId xmlns:a16="http://schemas.microsoft.com/office/drawing/2014/main" id="{4A898B14-7195-A266-0B9C-57D5994AD72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a-DK"/>
          </a:p>
        </p:txBody>
      </p:sp>
      <p:sp>
        <p:nvSpPr>
          <p:cNvPr id="4" name="Date Placeholder 3">
            <a:extLst>
              <a:ext uri="{FF2B5EF4-FFF2-40B4-BE49-F238E27FC236}">
                <a16:creationId xmlns:a16="http://schemas.microsoft.com/office/drawing/2014/main" id="{C3373A5E-F52A-E980-048C-4D1BEDD1469E}"/>
              </a:ext>
            </a:extLst>
          </p:cNvPr>
          <p:cNvSpPr>
            <a:spLocks noGrp="1"/>
          </p:cNvSpPr>
          <p:nvPr>
            <p:ph type="dt" sz="half" idx="10"/>
          </p:nvPr>
        </p:nvSpPr>
        <p:spPr/>
        <p:txBody>
          <a:bodyPr/>
          <a:lstStyle/>
          <a:p>
            <a:fld id="{D71A6701-299A-4DFF-B19D-2CB51EAEFED9}" type="datetimeFigureOut">
              <a:rPr lang="da-DK" smtClean="0"/>
              <a:t>31-10-2024</a:t>
            </a:fld>
            <a:endParaRPr lang="da-DK"/>
          </a:p>
        </p:txBody>
      </p:sp>
      <p:sp>
        <p:nvSpPr>
          <p:cNvPr id="5" name="Footer Placeholder 4">
            <a:extLst>
              <a:ext uri="{FF2B5EF4-FFF2-40B4-BE49-F238E27FC236}">
                <a16:creationId xmlns:a16="http://schemas.microsoft.com/office/drawing/2014/main" id="{71B4E640-237F-17AF-821F-ACA59BB4D659}"/>
              </a:ext>
            </a:extLst>
          </p:cNvPr>
          <p:cNvSpPr>
            <a:spLocks noGrp="1"/>
          </p:cNvSpPr>
          <p:nvPr>
            <p:ph type="ftr" sz="quarter" idx="11"/>
          </p:nvPr>
        </p:nvSpPr>
        <p:spPr/>
        <p:txBody>
          <a:bodyPr/>
          <a:lstStyle/>
          <a:p>
            <a:endParaRPr lang="da-DK"/>
          </a:p>
        </p:txBody>
      </p:sp>
      <p:sp>
        <p:nvSpPr>
          <p:cNvPr id="6" name="Slide Number Placeholder 5">
            <a:extLst>
              <a:ext uri="{FF2B5EF4-FFF2-40B4-BE49-F238E27FC236}">
                <a16:creationId xmlns:a16="http://schemas.microsoft.com/office/drawing/2014/main" id="{5CE4CA61-439F-FD53-22A1-0E1709072458}"/>
              </a:ext>
            </a:extLst>
          </p:cNvPr>
          <p:cNvSpPr>
            <a:spLocks noGrp="1"/>
          </p:cNvSpPr>
          <p:nvPr>
            <p:ph type="sldNum" sz="quarter" idx="12"/>
          </p:nvPr>
        </p:nvSpPr>
        <p:spPr/>
        <p:txBody>
          <a:bodyPr/>
          <a:lstStyle/>
          <a:p>
            <a:fld id="{616C71EC-C6EC-4B01-8C87-3FFD14D4F4AB}" type="slidenum">
              <a:rPr lang="da-DK" smtClean="0"/>
              <a:t>‹#›</a:t>
            </a:fld>
            <a:endParaRPr lang="da-DK"/>
          </a:p>
        </p:txBody>
      </p:sp>
    </p:spTree>
    <p:extLst>
      <p:ext uri="{BB962C8B-B14F-4D97-AF65-F5344CB8AC3E}">
        <p14:creationId xmlns:p14="http://schemas.microsoft.com/office/powerpoint/2010/main" val="30186434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FDAB062-FD7C-8644-0EDE-8EC888BC852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da-DK"/>
          </a:p>
        </p:txBody>
      </p:sp>
      <p:sp>
        <p:nvSpPr>
          <p:cNvPr id="3" name="Text Placeholder 2">
            <a:extLst>
              <a:ext uri="{FF2B5EF4-FFF2-40B4-BE49-F238E27FC236}">
                <a16:creationId xmlns:a16="http://schemas.microsoft.com/office/drawing/2014/main" id="{B2BBAC10-13E6-0B1A-13E6-70E032322C9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a-DK"/>
          </a:p>
        </p:txBody>
      </p:sp>
      <p:sp>
        <p:nvSpPr>
          <p:cNvPr id="4" name="Date Placeholder 3">
            <a:extLst>
              <a:ext uri="{FF2B5EF4-FFF2-40B4-BE49-F238E27FC236}">
                <a16:creationId xmlns:a16="http://schemas.microsoft.com/office/drawing/2014/main" id="{6BC39262-40CE-997E-10C6-823394D28CF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71A6701-299A-4DFF-B19D-2CB51EAEFED9}" type="datetimeFigureOut">
              <a:rPr lang="da-DK" smtClean="0"/>
              <a:t>31-10-2024</a:t>
            </a:fld>
            <a:endParaRPr lang="da-DK"/>
          </a:p>
        </p:txBody>
      </p:sp>
      <p:sp>
        <p:nvSpPr>
          <p:cNvPr id="5" name="Footer Placeholder 4">
            <a:extLst>
              <a:ext uri="{FF2B5EF4-FFF2-40B4-BE49-F238E27FC236}">
                <a16:creationId xmlns:a16="http://schemas.microsoft.com/office/drawing/2014/main" id="{18A74ED6-19CE-37E1-C05B-ED23FA5C0ED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da-DK"/>
          </a:p>
        </p:txBody>
      </p:sp>
      <p:sp>
        <p:nvSpPr>
          <p:cNvPr id="6" name="Slide Number Placeholder 5">
            <a:extLst>
              <a:ext uri="{FF2B5EF4-FFF2-40B4-BE49-F238E27FC236}">
                <a16:creationId xmlns:a16="http://schemas.microsoft.com/office/drawing/2014/main" id="{3E87CA4F-B113-5D16-6FFE-8889A8D5FAD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16C71EC-C6EC-4B01-8C87-3FFD14D4F4AB}" type="slidenum">
              <a:rPr lang="da-DK" smtClean="0"/>
              <a:t>‹#›</a:t>
            </a:fld>
            <a:endParaRPr lang="da-DK"/>
          </a:p>
        </p:txBody>
      </p:sp>
    </p:spTree>
    <p:extLst>
      <p:ext uri="{BB962C8B-B14F-4D97-AF65-F5344CB8AC3E}">
        <p14:creationId xmlns:p14="http://schemas.microsoft.com/office/powerpoint/2010/main" val="514723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6.xml"/><Relationship Id="rId6" Type="http://schemas.microsoft.com/office/2007/relationships/hdphoto" Target="../media/hdphoto1.wdp"/><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r/arduino - I need help wiring the pins on my pro micro. The pins are labelled different from what KBfirmware says, I'm not sure how to wire mine. Any help would be greatly appreciated.">
            <a:extLst>
              <a:ext uri="{FF2B5EF4-FFF2-40B4-BE49-F238E27FC236}">
                <a16:creationId xmlns:a16="http://schemas.microsoft.com/office/drawing/2014/main" id="{CCA1059D-4326-1EF1-6367-14B88055A18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258" r="60169"/>
          <a:stretch/>
        </p:blipFill>
        <p:spPr bwMode="auto">
          <a:xfrm rot="16200000">
            <a:off x="1326972" y="1171868"/>
            <a:ext cx="2740203" cy="48232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E8A99948-EFA1-71AF-3116-9DBA88110B65}"/>
              </a:ext>
            </a:extLst>
          </p:cNvPr>
          <p:cNvPicPr>
            <a:picLocks noChangeAspect="1"/>
          </p:cNvPicPr>
          <p:nvPr/>
        </p:nvPicPr>
        <p:blipFill>
          <a:blip r:embed="rId3"/>
          <a:stretch>
            <a:fillRect/>
          </a:stretch>
        </p:blipFill>
        <p:spPr>
          <a:xfrm>
            <a:off x="6962045" y="328516"/>
            <a:ext cx="5229955" cy="2152950"/>
          </a:xfrm>
          <a:prstGeom prst="rect">
            <a:avLst/>
          </a:prstGeom>
        </p:spPr>
      </p:pic>
      <p:pic>
        <p:nvPicPr>
          <p:cNvPr id="9" name="Picture 8">
            <a:extLst>
              <a:ext uri="{FF2B5EF4-FFF2-40B4-BE49-F238E27FC236}">
                <a16:creationId xmlns:a16="http://schemas.microsoft.com/office/drawing/2014/main" id="{E06C5EDD-659B-319F-EFED-38AF68113C4D}"/>
              </a:ext>
            </a:extLst>
          </p:cNvPr>
          <p:cNvPicPr>
            <a:picLocks noChangeAspect="1"/>
          </p:cNvPicPr>
          <p:nvPr/>
        </p:nvPicPr>
        <p:blipFill>
          <a:blip r:embed="rId4"/>
          <a:stretch>
            <a:fillRect/>
          </a:stretch>
        </p:blipFill>
        <p:spPr>
          <a:xfrm>
            <a:off x="9663639" y="3672299"/>
            <a:ext cx="2419688" cy="2534004"/>
          </a:xfrm>
          <a:prstGeom prst="rect">
            <a:avLst/>
          </a:prstGeom>
        </p:spPr>
      </p:pic>
      <p:pic>
        <p:nvPicPr>
          <p:cNvPr id="11" name="Picture 10">
            <a:extLst>
              <a:ext uri="{FF2B5EF4-FFF2-40B4-BE49-F238E27FC236}">
                <a16:creationId xmlns:a16="http://schemas.microsoft.com/office/drawing/2014/main" id="{9BD97E04-7B51-8705-9332-D610FF4AD6E3}"/>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4800" b="92000" l="3226" r="91129">
                        <a14:foregroundMark x1="23387" y1="52800" x2="41935" y2="48800"/>
                        <a14:foregroundMark x1="77419" y1="14400" x2="50000" y2="7200"/>
                        <a14:foregroundMark x1="49194" y1="5600" x2="45161" y2="5600"/>
                        <a14:foregroundMark x1="4032" y1="45600" x2="3226" y2="49600"/>
                        <a14:foregroundMark x1="41935" y1="91200" x2="54839" y2="92800"/>
                        <a14:foregroundMark x1="91129" y1="45600" x2="90323" y2="40000"/>
                      </a14:backgroundRemoval>
                    </a14:imgEffect>
                  </a14:imgLayer>
                </a14:imgProps>
              </a:ext>
            </a:extLst>
          </a:blip>
          <a:stretch>
            <a:fillRect/>
          </a:stretch>
        </p:blipFill>
        <p:spPr>
          <a:xfrm rot="10800000">
            <a:off x="10064765" y="4358194"/>
            <a:ext cx="1181265" cy="1190791"/>
          </a:xfrm>
          <a:prstGeom prst="rect">
            <a:avLst/>
          </a:prstGeom>
        </p:spPr>
      </p:pic>
      <p:sp>
        <p:nvSpPr>
          <p:cNvPr id="13" name="Freeform: Shape 12">
            <a:extLst>
              <a:ext uri="{FF2B5EF4-FFF2-40B4-BE49-F238E27FC236}">
                <a16:creationId xmlns:a16="http://schemas.microsoft.com/office/drawing/2014/main" id="{1D02FC66-8D36-B86E-5BAD-525E9108B6D3}"/>
              </a:ext>
            </a:extLst>
          </p:cNvPr>
          <p:cNvSpPr/>
          <p:nvPr/>
        </p:nvSpPr>
        <p:spPr>
          <a:xfrm>
            <a:off x="3057525" y="1152525"/>
            <a:ext cx="4362450" cy="4181475"/>
          </a:xfrm>
          <a:custGeom>
            <a:avLst/>
            <a:gdLst>
              <a:gd name="connsiteX0" fmla="*/ 0 w 4362450"/>
              <a:gd name="connsiteY0" fmla="*/ 3429000 h 4181475"/>
              <a:gd name="connsiteX1" fmla="*/ 0 w 4362450"/>
              <a:gd name="connsiteY1" fmla="*/ 4181475 h 4181475"/>
              <a:gd name="connsiteX2" fmla="*/ 2590800 w 4362450"/>
              <a:gd name="connsiteY2" fmla="*/ 4181475 h 4181475"/>
              <a:gd name="connsiteX3" fmla="*/ 2581275 w 4362450"/>
              <a:gd name="connsiteY3" fmla="*/ 19050 h 4181475"/>
              <a:gd name="connsiteX4" fmla="*/ 4362450 w 4362450"/>
              <a:gd name="connsiteY4" fmla="*/ 0 h 4181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62450" h="4181475">
                <a:moveTo>
                  <a:pt x="0" y="3429000"/>
                </a:moveTo>
                <a:lnTo>
                  <a:pt x="0" y="4181475"/>
                </a:lnTo>
                <a:lnTo>
                  <a:pt x="2590800" y="4181475"/>
                </a:lnTo>
                <a:lnTo>
                  <a:pt x="2581275" y="19050"/>
                </a:lnTo>
                <a:lnTo>
                  <a:pt x="4362450" y="0"/>
                </a:lnTo>
              </a:path>
            </a:pathLst>
          </a:custGeom>
          <a:noFill/>
          <a:ln>
            <a:solidFill>
              <a:srgbClr val="FF99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14" name="Freeform: Shape 13">
            <a:extLst>
              <a:ext uri="{FF2B5EF4-FFF2-40B4-BE49-F238E27FC236}">
                <a16:creationId xmlns:a16="http://schemas.microsoft.com/office/drawing/2014/main" id="{BAF56430-0A41-366F-2FE4-5DD69A300040}"/>
              </a:ext>
            </a:extLst>
          </p:cNvPr>
          <p:cNvSpPr/>
          <p:nvPr/>
        </p:nvSpPr>
        <p:spPr>
          <a:xfrm>
            <a:off x="3409950" y="1343025"/>
            <a:ext cx="4010025" cy="3867150"/>
          </a:xfrm>
          <a:custGeom>
            <a:avLst/>
            <a:gdLst>
              <a:gd name="connsiteX0" fmla="*/ 0 w 4010025"/>
              <a:gd name="connsiteY0" fmla="*/ 3228975 h 3867150"/>
              <a:gd name="connsiteX1" fmla="*/ 0 w 4010025"/>
              <a:gd name="connsiteY1" fmla="*/ 3867150 h 3867150"/>
              <a:gd name="connsiteX2" fmla="*/ 2428875 w 4010025"/>
              <a:gd name="connsiteY2" fmla="*/ 3857625 h 3867150"/>
              <a:gd name="connsiteX3" fmla="*/ 2400300 w 4010025"/>
              <a:gd name="connsiteY3" fmla="*/ 9525 h 3867150"/>
              <a:gd name="connsiteX4" fmla="*/ 4010025 w 4010025"/>
              <a:gd name="connsiteY4" fmla="*/ 0 h 386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10025" h="3867150">
                <a:moveTo>
                  <a:pt x="0" y="3228975"/>
                </a:moveTo>
                <a:lnTo>
                  <a:pt x="0" y="3867150"/>
                </a:lnTo>
                <a:lnTo>
                  <a:pt x="2428875" y="3857625"/>
                </a:lnTo>
                <a:lnTo>
                  <a:pt x="2400300" y="9525"/>
                </a:lnTo>
                <a:lnTo>
                  <a:pt x="4010025" y="0"/>
                </a:lnTo>
              </a:path>
            </a:pathLst>
          </a:custGeom>
          <a:noFill/>
          <a:ln>
            <a:solidFill>
              <a:srgbClr val="F0EA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15" name="Freeform: Shape 14">
            <a:extLst>
              <a:ext uri="{FF2B5EF4-FFF2-40B4-BE49-F238E27FC236}">
                <a16:creationId xmlns:a16="http://schemas.microsoft.com/office/drawing/2014/main" id="{8A3CA2A7-C759-8A73-3C29-BBBADEB79154}"/>
              </a:ext>
            </a:extLst>
          </p:cNvPr>
          <p:cNvSpPr/>
          <p:nvPr/>
        </p:nvSpPr>
        <p:spPr>
          <a:xfrm>
            <a:off x="1323975" y="1540743"/>
            <a:ext cx="6105525" cy="945282"/>
          </a:xfrm>
          <a:custGeom>
            <a:avLst/>
            <a:gdLst>
              <a:gd name="connsiteX0" fmla="*/ 0 w 6105525"/>
              <a:gd name="connsiteY0" fmla="*/ 942975 h 942975"/>
              <a:gd name="connsiteX1" fmla="*/ 9525 w 6105525"/>
              <a:gd name="connsiteY1" fmla="*/ 190500 h 942975"/>
              <a:gd name="connsiteX2" fmla="*/ 6105525 w 6105525"/>
              <a:gd name="connsiteY2" fmla="*/ 0 h 942975"/>
              <a:gd name="connsiteX0" fmla="*/ 0 w 6105525"/>
              <a:gd name="connsiteY0" fmla="*/ 944766 h 944766"/>
              <a:gd name="connsiteX1" fmla="*/ 9525 w 6105525"/>
              <a:gd name="connsiteY1" fmla="*/ 20841 h 944766"/>
              <a:gd name="connsiteX2" fmla="*/ 6105525 w 6105525"/>
              <a:gd name="connsiteY2" fmla="*/ 1791 h 944766"/>
              <a:gd name="connsiteX0" fmla="*/ 0 w 6105525"/>
              <a:gd name="connsiteY0" fmla="*/ 942975 h 942975"/>
              <a:gd name="connsiteX1" fmla="*/ 9525 w 6105525"/>
              <a:gd name="connsiteY1" fmla="*/ 19050 h 942975"/>
              <a:gd name="connsiteX2" fmla="*/ 6105525 w 6105525"/>
              <a:gd name="connsiteY2" fmla="*/ 0 h 942975"/>
              <a:gd name="connsiteX0" fmla="*/ 0 w 6105525"/>
              <a:gd name="connsiteY0" fmla="*/ 945282 h 945282"/>
              <a:gd name="connsiteX1" fmla="*/ 9525 w 6105525"/>
              <a:gd name="connsiteY1" fmla="*/ 21357 h 945282"/>
              <a:gd name="connsiteX2" fmla="*/ 6105525 w 6105525"/>
              <a:gd name="connsiteY2" fmla="*/ 2307 h 945282"/>
            </a:gdLst>
            <a:ahLst/>
            <a:cxnLst>
              <a:cxn ang="0">
                <a:pos x="connsiteX0" y="connsiteY0"/>
              </a:cxn>
              <a:cxn ang="0">
                <a:pos x="connsiteX1" y="connsiteY1"/>
              </a:cxn>
              <a:cxn ang="0">
                <a:pos x="connsiteX2" y="connsiteY2"/>
              </a:cxn>
            </a:cxnLst>
            <a:rect l="l" t="t" r="r" b="b"/>
            <a:pathLst>
              <a:path w="6105525" h="945282">
                <a:moveTo>
                  <a:pt x="0" y="945282"/>
                </a:moveTo>
                <a:lnTo>
                  <a:pt x="9525" y="21357"/>
                </a:lnTo>
                <a:cubicBezTo>
                  <a:pt x="60325" y="34057"/>
                  <a:pt x="5988050" y="-10393"/>
                  <a:pt x="6105525" y="2307"/>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16" name="Freeform: Shape 15">
            <a:extLst>
              <a:ext uri="{FF2B5EF4-FFF2-40B4-BE49-F238E27FC236}">
                <a16:creationId xmlns:a16="http://schemas.microsoft.com/office/drawing/2014/main" id="{9227AD26-5FD9-8EA1-06A5-5AA4936FD2B7}"/>
              </a:ext>
            </a:extLst>
          </p:cNvPr>
          <p:cNvSpPr/>
          <p:nvPr/>
        </p:nvSpPr>
        <p:spPr>
          <a:xfrm>
            <a:off x="2028824" y="1752600"/>
            <a:ext cx="5391151" cy="788222"/>
          </a:xfrm>
          <a:custGeom>
            <a:avLst/>
            <a:gdLst>
              <a:gd name="connsiteX0" fmla="*/ 0 w 6105525"/>
              <a:gd name="connsiteY0" fmla="*/ 942975 h 942975"/>
              <a:gd name="connsiteX1" fmla="*/ 9525 w 6105525"/>
              <a:gd name="connsiteY1" fmla="*/ 190500 h 942975"/>
              <a:gd name="connsiteX2" fmla="*/ 6105525 w 6105525"/>
              <a:gd name="connsiteY2" fmla="*/ 0 h 942975"/>
              <a:gd name="connsiteX0" fmla="*/ 0 w 6105525"/>
              <a:gd name="connsiteY0" fmla="*/ 944766 h 944766"/>
              <a:gd name="connsiteX1" fmla="*/ 9525 w 6105525"/>
              <a:gd name="connsiteY1" fmla="*/ 20841 h 944766"/>
              <a:gd name="connsiteX2" fmla="*/ 6105525 w 6105525"/>
              <a:gd name="connsiteY2" fmla="*/ 1791 h 944766"/>
              <a:gd name="connsiteX0" fmla="*/ 0 w 6105525"/>
              <a:gd name="connsiteY0" fmla="*/ 942975 h 942975"/>
              <a:gd name="connsiteX1" fmla="*/ 9525 w 6105525"/>
              <a:gd name="connsiteY1" fmla="*/ 19050 h 942975"/>
              <a:gd name="connsiteX2" fmla="*/ 6105525 w 6105525"/>
              <a:gd name="connsiteY2" fmla="*/ 0 h 942975"/>
              <a:gd name="connsiteX0" fmla="*/ 0 w 6105525"/>
              <a:gd name="connsiteY0" fmla="*/ 945282 h 945282"/>
              <a:gd name="connsiteX1" fmla="*/ 9525 w 6105525"/>
              <a:gd name="connsiteY1" fmla="*/ 21357 h 945282"/>
              <a:gd name="connsiteX2" fmla="*/ 6105525 w 6105525"/>
              <a:gd name="connsiteY2" fmla="*/ 2307 h 945282"/>
            </a:gdLst>
            <a:ahLst/>
            <a:cxnLst>
              <a:cxn ang="0">
                <a:pos x="connsiteX0" y="connsiteY0"/>
              </a:cxn>
              <a:cxn ang="0">
                <a:pos x="connsiteX1" y="connsiteY1"/>
              </a:cxn>
              <a:cxn ang="0">
                <a:pos x="connsiteX2" y="connsiteY2"/>
              </a:cxn>
            </a:cxnLst>
            <a:rect l="l" t="t" r="r" b="b"/>
            <a:pathLst>
              <a:path w="6105525" h="945282">
                <a:moveTo>
                  <a:pt x="0" y="945282"/>
                </a:moveTo>
                <a:lnTo>
                  <a:pt x="9525" y="21357"/>
                </a:lnTo>
                <a:cubicBezTo>
                  <a:pt x="60325" y="34057"/>
                  <a:pt x="5988050" y="-10393"/>
                  <a:pt x="6105525" y="2307"/>
                </a:cubicBezTo>
              </a:path>
            </a:pathLst>
          </a:cu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17" name="Freeform: Shape 16">
            <a:extLst>
              <a:ext uri="{FF2B5EF4-FFF2-40B4-BE49-F238E27FC236}">
                <a16:creationId xmlns:a16="http://schemas.microsoft.com/office/drawing/2014/main" id="{FC7463ED-74B5-8B68-503A-2D562486A1DF}"/>
              </a:ext>
            </a:extLst>
          </p:cNvPr>
          <p:cNvSpPr/>
          <p:nvPr/>
        </p:nvSpPr>
        <p:spPr>
          <a:xfrm>
            <a:off x="1638300" y="4581525"/>
            <a:ext cx="9039225" cy="1762125"/>
          </a:xfrm>
          <a:custGeom>
            <a:avLst/>
            <a:gdLst>
              <a:gd name="connsiteX0" fmla="*/ 19050 w 9039225"/>
              <a:gd name="connsiteY0" fmla="*/ 0 h 1762125"/>
              <a:gd name="connsiteX1" fmla="*/ 0 w 9039225"/>
              <a:gd name="connsiteY1" fmla="*/ 1762125 h 1762125"/>
              <a:gd name="connsiteX2" fmla="*/ 9039225 w 9039225"/>
              <a:gd name="connsiteY2" fmla="*/ 1743075 h 1762125"/>
              <a:gd name="connsiteX3" fmla="*/ 9029700 w 9039225"/>
              <a:gd name="connsiteY3" fmla="*/ 809625 h 1762125"/>
            </a:gdLst>
            <a:ahLst/>
            <a:cxnLst>
              <a:cxn ang="0">
                <a:pos x="connsiteX0" y="connsiteY0"/>
              </a:cxn>
              <a:cxn ang="0">
                <a:pos x="connsiteX1" y="connsiteY1"/>
              </a:cxn>
              <a:cxn ang="0">
                <a:pos x="connsiteX2" y="connsiteY2"/>
              </a:cxn>
              <a:cxn ang="0">
                <a:pos x="connsiteX3" y="connsiteY3"/>
              </a:cxn>
            </a:cxnLst>
            <a:rect l="l" t="t" r="r" b="b"/>
            <a:pathLst>
              <a:path w="9039225" h="1762125">
                <a:moveTo>
                  <a:pt x="19050" y="0"/>
                </a:moveTo>
                <a:lnTo>
                  <a:pt x="0" y="1762125"/>
                </a:lnTo>
                <a:lnTo>
                  <a:pt x="9039225" y="1743075"/>
                </a:lnTo>
                <a:lnTo>
                  <a:pt x="9029700" y="809625"/>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18" name="Freeform: Shape 17">
            <a:extLst>
              <a:ext uri="{FF2B5EF4-FFF2-40B4-BE49-F238E27FC236}">
                <a16:creationId xmlns:a16="http://schemas.microsoft.com/office/drawing/2014/main" id="{75CB4F92-D61C-CE61-3AF0-DEF671B8C407}"/>
              </a:ext>
            </a:extLst>
          </p:cNvPr>
          <p:cNvSpPr/>
          <p:nvPr/>
        </p:nvSpPr>
        <p:spPr>
          <a:xfrm>
            <a:off x="4076700" y="2000250"/>
            <a:ext cx="6591300" cy="2571750"/>
          </a:xfrm>
          <a:custGeom>
            <a:avLst/>
            <a:gdLst>
              <a:gd name="connsiteX0" fmla="*/ 0 w 6591300"/>
              <a:gd name="connsiteY0" fmla="*/ 514350 h 2571750"/>
              <a:gd name="connsiteX1" fmla="*/ 9525 w 6591300"/>
              <a:gd name="connsiteY1" fmla="*/ 38100 h 2571750"/>
              <a:gd name="connsiteX2" fmla="*/ 2667000 w 6591300"/>
              <a:gd name="connsiteY2" fmla="*/ 0 h 2571750"/>
              <a:gd name="connsiteX3" fmla="*/ 2676525 w 6591300"/>
              <a:gd name="connsiteY3" fmla="*/ 1028700 h 2571750"/>
              <a:gd name="connsiteX4" fmla="*/ 6581775 w 6591300"/>
              <a:gd name="connsiteY4" fmla="*/ 1000125 h 2571750"/>
              <a:gd name="connsiteX5" fmla="*/ 6591300 w 6591300"/>
              <a:gd name="connsiteY5" fmla="*/ 2571750 h 2571750"/>
              <a:gd name="connsiteX0" fmla="*/ 0 w 6591300"/>
              <a:gd name="connsiteY0" fmla="*/ 514350 h 2571750"/>
              <a:gd name="connsiteX1" fmla="*/ 19050 w 6591300"/>
              <a:gd name="connsiteY1" fmla="*/ 9525 h 2571750"/>
              <a:gd name="connsiteX2" fmla="*/ 2667000 w 6591300"/>
              <a:gd name="connsiteY2" fmla="*/ 0 h 2571750"/>
              <a:gd name="connsiteX3" fmla="*/ 2676525 w 6591300"/>
              <a:gd name="connsiteY3" fmla="*/ 1028700 h 2571750"/>
              <a:gd name="connsiteX4" fmla="*/ 6581775 w 6591300"/>
              <a:gd name="connsiteY4" fmla="*/ 1000125 h 2571750"/>
              <a:gd name="connsiteX5" fmla="*/ 6591300 w 6591300"/>
              <a:gd name="connsiteY5" fmla="*/ 2571750 h 2571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91300" h="2571750">
                <a:moveTo>
                  <a:pt x="0" y="514350"/>
                </a:moveTo>
                <a:lnTo>
                  <a:pt x="19050" y="9525"/>
                </a:lnTo>
                <a:lnTo>
                  <a:pt x="2667000" y="0"/>
                </a:lnTo>
                <a:lnTo>
                  <a:pt x="2676525" y="1028700"/>
                </a:lnTo>
                <a:lnTo>
                  <a:pt x="6581775" y="1000125"/>
                </a:lnTo>
                <a:lnTo>
                  <a:pt x="6591300" y="2571750"/>
                </a:lnTo>
              </a:path>
            </a:pathLst>
          </a:cu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19" name="Freeform: Shape 18">
            <a:extLst>
              <a:ext uri="{FF2B5EF4-FFF2-40B4-BE49-F238E27FC236}">
                <a16:creationId xmlns:a16="http://schemas.microsoft.com/office/drawing/2014/main" id="{B56BF5D8-14BB-502F-58E0-00124A5267A4}"/>
              </a:ext>
            </a:extLst>
          </p:cNvPr>
          <p:cNvSpPr/>
          <p:nvPr/>
        </p:nvSpPr>
        <p:spPr>
          <a:xfrm>
            <a:off x="9251269" y="5010646"/>
            <a:ext cx="1022465" cy="1306291"/>
          </a:xfrm>
          <a:custGeom>
            <a:avLst/>
            <a:gdLst>
              <a:gd name="connsiteX0" fmla="*/ 19050 w 9039225"/>
              <a:gd name="connsiteY0" fmla="*/ 0 h 1762125"/>
              <a:gd name="connsiteX1" fmla="*/ 0 w 9039225"/>
              <a:gd name="connsiteY1" fmla="*/ 1762125 h 1762125"/>
              <a:gd name="connsiteX2" fmla="*/ 9039225 w 9039225"/>
              <a:gd name="connsiteY2" fmla="*/ 1743075 h 1762125"/>
              <a:gd name="connsiteX3" fmla="*/ 9029700 w 9039225"/>
              <a:gd name="connsiteY3" fmla="*/ 809625 h 1762125"/>
              <a:gd name="connsiteX0" fmla="*/ 19050 w 9039225"/>
              <a:gd name="connsiteY0" fmla="*/ 0 h 1762125"/>
              <a:gd name="connsiteX1" fmla="*/ 0 w 9039225"/>
              <a:gd name="connsiteY1" fmla="*/ 1762125 h 1762125"/>
              <a:gd name="connsiteX2" fmla="*/ 9039225 w 9039225"/>
              <a:gd name="connsiteY2" fmla="*/ 1743075 h 1762125"/>
              <a:gd name="connsiteX3" fmla="*/ 8458200 w 9039225"/>
              <a:gd name="connsiteY3" fmla="*/ 247650 h 1762125"/>
              <a:gd name="connsiteX0" fmla="*/ 19050 w 9039225"/>
              <a:gd name="connsiteY0" fmla="*/ 0 h 1762125"/>
              <a:gd name="connsiteX1" fmla="*/ 0 w 9039225"/>
              <a:gd name="connsiteY1" fmla="*/ 1762125 h 1762125"/>
              <a:gd name="connsiteX2" fmla="*/ 9039225 w 9039225"/>
              <a:gd name="connsiteY2" fmla="*/ 1743075 h 1762125"/>
              <a:gd name="connsiteX3" fmla="*/ 8458200 w 9039225"/>
              <a:gd name="connsiteY3" fmla="*/ 247650 h 1762125"/>
              <a:gd name="connsiteX0" fmla="*/ 19050 w 8458359"/>
              <a:gd name="connsiteY0" fmla="*/ 0 h 1762125"/>
              <a:gd name="connsiteX1" fmla="*/ 0 w 8458359"/>
              <a:gd name="connsiteY1" fmla="*/ 1762125 h 1762125"/>
              <a:gd name="connsiteX2" fmla="*/ 7724775 w 8458359"/>
              <a:gd name="connsiteY2" fmla="*/ 695325 h 1762125"/>
              <a:gd name="connsiteX3" fmla="*/ 8458200 w 8458359"/>
              <a:gd name="connsiteY3" fmla="*/ 247650 h 1762125"/>
              <a:gd name="connsiteX0" fmla="*/ 19050 w 8458359"/>
              <a:gd name="connsiteY0" fmla="*/ 0 h 1762125"/>
              <a:gd name="connsiteX1" fmla="*/ 0 w 8458359"/>
              <a:gd name="connsiteY1" fmla="*/ 1762125 h 1762125"/>
              <a:gd name="connsiteX2" fmla="*/ 7724775 w 8458359"/>
              <a:gd name="connsiteY2" fmla="*/ 695325 h 1762125"/>
              <a:gd name="connsiteX3" fmla="*/ 8458200 w 8458359"/>
              <a:gd name="connsiteY3" fmla="*/ 247650 h 1762125"/>
              <a:gd name="connsiteX0" fmla="*/ 19050 w 8458359"/>
              <a:gd name="connsiteY0" fmla="*/ 0 h 1762125"/>
              <a:gd name="connsiteX1" fmla="*/ 0 w 8458359"/>
              <a:gd name="connsiteY1" fmla="*/ 1762125 h 1762125"/>
              <a:gd name="connsiteX2" fmla="*/ 7724775 w 8458359"/>
              <a:gd name="connsiteY2" fmla="*/ 695325 h 1762125"/>
              <a:gd name="connsiteX3" fmla="*/ 8458200 w 8458359"/>
              <a:gd name="connsiteY3" fmla="*/ 247650 h 1762125"/>
              <a:gd name="connsiteX0" fmla="*/ 19050 w 8458390"/>
              <a:gd name="connsiteY0" fmla="*/ 0 h 1762125"/>
              <a:gd name="connsiteX1" fmla="*/ 0 w 8458390"/>
              <a:gd name="connsiteY1" fmla="*/ 1762125 h 1762125"/>
              <a:gd name="connsiteX2" fmla="*/ 7848600 w 8458390"/>
              <a:gd name="connsiteY2" fmla="*/ 276225 h 1762125"/>
              <a:gd name="connsiteX3" fmla="*/ 8458200 w 8458390"/>
              <a:gd name="connsiteY3" fmla="*/ 247650 h 1762125"/>
              <a:gd name="connsiteX0" fmla="*/ 19050 w 8458390"/>
              <a:gd name="connsiteY0" fmla="*/ 0 h 1762125"/>
              <a:gd name="connsiteX1" fmla="*/ 0 w 8458390"/>
              <a:gd name="connsiteY1" fmla="*/ 1762125 h 1762125"/>
              <a:gd name="connsiteX2" fmla="*/ 7848600 w 8458390"/>
              <a:gd name="connsiteY2" fmla="*/ 276225 h 1762125"/>
              <a:gd name="connsiteX3" fmla="*/ 8458200 w 8458390"/>
              <a:gd name="connsiteY3" fmla="*/ 247650 h 1762125"/>
              <a:gd name="connsiteX0" fmla="*/ 0 w 8458390"/>
              <a:gd name="connsiteY0" fmla="*/ 1517915 h 1517915"/>
              <a:gd name="connsiteX1" fmla="*/ 7848600 w 8458390"/>
              <a:gd name="connsiteY1" fmla="*/ 32015 h 1517915"/>
              <a:gd name="connsiteX2" fmla="*/ 8458200 w 8458390"/>
              <a:gd name="connsiteY2" fmla="*/ 3440 h 1517915"/>
              <a:gd name="connsiteX0" fmla="*/ 9538 w 609803"/>
              <a:gd name="connsiteY0" fmla="*/ 1327415 h 1327415"/>
              <a:gd name="connsiteX1" fmla="*/ 13 w 609803"/>
              <a:gd name="connsiteY1" fmla="*/ 32015 h 1327415"/>
              <a:gd name="connsiteX2" fmla="*/ 609613 w 609803"/>
              <a:gd name="connsiteY2" fmla="*/ 3440 h 1327415"/>
              <a:gd name="connsiteX0" fmla="*/ 9538 w 609803"/>
              <a:gd name="connsiteY0" fmla="*/ 1327415 h 1327627"/>
              <a:gd name="connsiteX1" fmla="*/ 13 w 609803"/>
              <a:gd name="connsiteY1" fmla="*/ 32015 h 1327627"/>
              <a:gd name="connsiteX2" fmla="*/ 609613 w 609803"/>
              <a:gd name="connsiteY2" fmla="*/ 3440 h 1327627"/>
              <a:gd name="connsiteX0" fmla="*/ 12700 w 612965"/>
              <a:gd name="connsiteY0" fmla="*/ 1327415 h 1327557"/>
              <a:gd name="connsiteX1" fmla="*/ 3175 w 612965"/>
              <a:gd name="connsiteY1" fmla="*/ 32015 h 1327557"/>
              <a:gd name="connsiteX2" fmla="*/ 612775 w 612965"/>
              <a:gd name="connsiteY2" fmla="*/ 3440 h 1327557"/>
              <a:gd name="connsiteX0" fmla="*/ 12700 w 1022465"/>
              <a:gd name="connsiteY0" fmla="*/ 1306149 h 1306291"/>
              <a:gd name="connsiteX1" fmla="*/ 3175 w 1022465"/>
              <a:gd name="connsiteY1" fmla="*/ 10749 h 1306291"/>
              <a:gd name="connsiteX2" fmla="*/ 1022350 w 1022465"/>
              <a:gd name="connsiteY2" fmla="*/ 10749 h 1306291"/>
            </a:gdLst>
            <a:ahLst/>
            <a:cxnLst>
              <a:cxn ang="0">
                <a:pos x="connsiteX0" y="connsiteY0"/>
              </a:cxn>
              <a:cxn ang="0">
                <a:pos x="connsiteX1" y="connsiteY1"/>
              </a:cxn>
              <a:cxn ang="0">
                <a:pos x="connsiteX2" y="connsiteY2"/>
              </a:cxn>
            </a:cxnLst>
            <a:rect l="l" t="t" r="r" b="b"/>
            <a:pathLst>
              <a:path w="1022465" h="1306291">
                <a:moveTo>
                  <a:pt x="12700" y="1306149"/>
                </a:moveTo>
                <a:cubicBezTo>
                  <a:pt x="0" y="1322024"/>
                  <a:pt x="-3175" y="4399"/>
                  <a:pt x="3175" y="10749"/>
                </a:cubicBezTo>
                <a:cubicBezTo>
                  <a:pt x="0" y="-5126"/>
                  <a:pt x="1035050" y="-1951"/>
                  <a:pt x="1022350" y="10749"/>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20" name="Freeform: Shape 19">
            <a:extLst>
              <a:ext uri="{FF2B5EF4-FFF2-40B4-BE49-F238E27FC236}">
                <a16:creationId xmlns:a16="http://schemas.microsoft.com/office/drawing/2014/main" id="{1A724495-1F5B-6E74-A9F1-3E3A2F0569A6}"/>
              </a:ext>
            </a:extLst>
          </p:cNvPr>
          <p:cNvSpPr/>
          <p:nvPr/>
        </p:nvSpPr>
        <p:spPr>
          <a:xfrm>
            <a:off x="4800600" y="2219279"/>
            <a:ext cx="6298589" cy="2743245"/>
          </a:xfrm>
          <a:custGeom>
            <a:avLst/>
            <a:gdLst>
              <a:gd name="connsiteX0" fmla="*/ 0 w 6591300"/>
              <a:gd name="connsiteY0" fmla="*/ 514350 h 2571750"/>
              <a:gd name="connsiteX1" fmla="*/ 9525 w 6591300"/>
              <a:gd name="connsiteY1" fmla="*/ 38100 h 2571750"/>
              <a:gd name="connsiteX2" fmla="*/ 2667000 w 6591300"/>
              <a:gd name="connsiteY2" fmla="*/ 0 h 2571750"/>
              <a:gd name="connsiteX3" fmla="*/ 2676525 w 6591300"/>
              <a:gd name="connsiteY3" fmla="*/ 1028700 h 2571750"/>
              <a:gd name="connsiteX4" fmla="*/ 6581775 w 6591300"/>
              <a:gd name="connsiteY4" fmla="*/ 1000125 h 2571750"/>
              <a:gd name="connsiteX5" fmla="*/ 6591300 w 6591300"/>
              <a:gd name="connsiteY5" fmla="*/ 2571750 h 2571750"/>
              <a:gd name="connsiteX0" fmla="*/ 0 w 6591300"/>
              <a:gd name="connsiteY0" fmla="*/ 514350 h 2571750"/>
              <a:gd name="connsiteX1" fmla="*/ 19050 w 6591300"/>
              <a:gd name="connsiteY1" fmla="*/ 9525 h 2571750"/>
              <a:gd name="connsiteX2" fmla="*/ 2667000 w 6591300"/>
              <a:gd name="connsiteY2" fmla="*/ 0 h 2571750"/>
              <a:gd name="connsiteX3" fmla="*/ 2676525 w 6591300"/>
              <a:gd name="connsiteY3" fmla="*/ 1028700 h 2571750"/>
              <a:gd name="connsiteX4" fmla="*/ 6581775 w 6591300"/>
              <a:gd name="connsiteY4" fmla="*/ 1000125 h 2571750"/>
              <a:gd name="connsiteX5" fmla="*/ 6591300 w 6591300"/>
              <a:gd name="connsiteY5" fmla="*/ 2571750 h 2571750"/>
              <a:gd name="connsiteX0" fmla="*/ 0 w 6591300"/>
              <a:gd name="connsiteY0" fmla="*/ 514350 h 3764173"/>
              <a:gd name="connsiteX1" fmla="*/ 19050 w 6591300"/>
              <a:gd name="connsiteY1" fmla="*/ 9525 h 3764173"/>
              <a:gd name="connsiteX2" fmla="*/ 2667000 w 6591300"/>
              <a:gd name="connsiteY2" fmla="*/ 0 h 3764173"/>
              <a:gd name="connsiteX3" fmla="*/ 2709054 w 6591300"/>
              <a:gd name="connsiteY3" fmla="*/ 3764173 h 3764173"/>
              <a:gd name="connsiteX4" fmla="*/ 6581775 w 6591300"/>
              <a:gd name="connsiteY4" fmla="*/ 1000125 h 3764173"/>
              <a:gd name="connsiteX5" fmla="*/ 6591300 w 6591300"/>
              <a:gd name="connsiteY5" fmla="*/ 2571750 h 3764173"/>
              <a:gd name="connsiteX0" fmla="*/ 0 w 10754885"/>
              <a:gd name="connsiteY0" fmla="*/ 514350 h 4717540"/>
              <a:gd name="connsiteX1" fmla="*/ 19050 w 10754885"/>
              <a:gd name="connsiteY1" fmla="*/ 9525 h 4717540"/>
              <a:gd name="connsiteX2" fmla="*/ 2667000 w 10754885"/>
              <a:gd name="connsiteY2" fmla="*/ 0 h 4717540"/>
              <a:gd name="connsiteX3" fmla="*/ 2709054 w 10754885"/>
              <a:gd name="connsiteY3" fmla="*/ 3764173 h 4717540"/>
              <a:gd name="connsiteX4" fmla="*/ 6581775 w 10754885"/>
              <a:gd name="connsiteY4" fmla="*/ 1000125 h 4717540"/>
              <a:gd name="connsiteX5" fmla="*/ 10754885 w 10754885"/>
              <a:gd name="connsiteY5" fmla="*/ 4717540 h 4717540"/>
              <a:gd name="connsiteX0" fmla="*/ 0 w 10754885"/>
              <a:gd name="connsiteY0" fmla="*/ 514350 h 4717540"/>
              <a:gd name="connsiteX1" fmla="*/ 19050 w 10754885"/>
              <a:gd name="connsiteY1" fmla="*/ 9525 h 4717540"/>
              <a:gd name="connsiteX2" fmla="*/ 2667000 w 10754885"/>
              <a:gd name="connsiteY2" fmla="*/ 0 h 4717540"/>
              <a:gd name="connsiteX3" fmla="*/ 2709054 w 10754885"/>
              <a:gd name="connsiteY3" fmla="*/ 3764173 h 4717540"/>
              <a:gd name="connsiteX4" fmla="*/ 10712833 w 10754885"/>
              <a:gd name="connsiteY4" fmla="*/ 4341661 h 4717540"/>
              <a:gd name="connsiteX5" fmla="*/ 10754885 w 10754885"/>
              <a:gd name="connsiteY5" fmla="*/ 4717540 h 4717540"/>
              <a:gd name="connsiteX0" fmla="*/ 0 w 10754885"/>
              <a:gd name="connsiteY0" fmla="*/ 514350 h 4717540"/>
              <a:gd name="connsiteX1" fmla="*/ 19050 w 10754885"/>
              <a:gd name="connsiteY1" fmla="*/ 9525 h 4717540"/>
              <a:gd name="connsiteX2" fmla="*/ 2667000 w 10754885"/>
              <a:gd name="connsiteY2" fmla="*/ 0 h 4717540"/>
              <a:gd name="connsiteX3" fmla="*/ 2692790 w 10754885"/>
              <a:gd name="connsiteY3" fmla="*/ 4190055 h 4717540"/>
              <a:gd name="connsiteX4" fmla="*/ 10712833 w 10754885"/>
              <a:gd name="connsiteY4" fmla="*/ 4341661 h 4717540"/>
              <a:gd name="connsiteX5" fmla="*/ 10754885 w 10754885"/>
              <a:gd name="connsiteY5" fmla="*/ 4717540 h 4717540"/>
              <a:gd name="connsiteX0" fmla="*/ 0 w 10754885"/>
              <a:gd name="connsiteY0" fmla="*/ 514350 h 4717540"/>
              <a:gd name="connsiteX1" fmla="*/ 19050 w 10754885"/>
              <a:gd name="connsiteY1" fmla="*/ 9525 h 4717540"/>
              <a:gd name="connsiteX2" fmla="*/ 2667000 w 10754885"/>
              <a:gd name="connsiteY2" fmla="*/ 0 h 4717540"/>
              <a:gd name="connsiteX3" fmla="*/ 2692790 w 10754885"/>
              <a:gd name="connsiteY3" fmla="*/ 4190055 h 4717540"/>
              <a:gd name="connsiteX4" fmla="*/ 10712833 w 10754885"/>
              <a:gd name="connsiteY4" fmla="*/ 4341661 h 4717540"/>
              <a:gd name="connsiteX5" fmla="*/ 10754885 w 10754885"/>
              <a:gd name="connsiteY5" fmla="*/ 4717540 h 4717540"/>
              <a:gd name="connsiteX0" fmla="*/ 0 w 10754885"/>
              <a:gd name="connsiteY0" fmla="*/ 514350 h 4717540"/>
              <a:gd name="connsiteX1" fmla="*/ 19050 w 10754885"/>
              <a:gd name="connsiteY1" fmla="*/ 9525 h 4717540"/>
              <a:gd name="connsiteX2" fmla="*/ 2667000 w 10754885"/>
              <a:gd name="connsiteY2" fmla="*/ 0 h 4717540"/>
              <a:gd name="connsiteX3" fmla="*/ 2692790 w 10754885"/>
              <a:gd name="connsiteY3" fmla="*/ 4190055 h 4717540"/>
              <a:gd name="connsiteX4" fmla="*/ 10712833 w 10754885"/>
              <a:gd name="connsiteY4" fmla="*/ 4341661 h 4717540"/>
              <a:gd name="connsiteX5" fmla="*/ 10754885 w 10754885"/>
              <a:gd name="connsiteY5" fmla="*/ 4717540 h 4717540"/>
              <a:gd name="connsiteX0" fmla="*/ 0 w 10754885"/>
              <a:gd name="connsiteY0" fmla="*/ 514350 h 4717540"/>
              <a:gd name="connsiteX1" fmla="*/ 19050 w 10754885"/>
              <a:gd name="connsiteY1" fmla="*/ 9525 h 4717540"/>
              <a:gd name="connsiteX2" fmla="*/ 2667000 w 10754885"/>
              <a:gd name="connsiteY2" fmla="*/ 0 h 4717540"/>
              <a:gd name="connsiteX3" fmla="*/ 2692790 w 10754885"/>
              <a:gd name="connsiteY3" fmla="*/ 4402996 h 4717540"/>
              <a:gd name="connsiteX4" fmla="*/ 10712833 w 10754885"/>
              <a:gd name="connsiteY4" fmla="*/ 4341661 h 4717540"/>
              <a:gd name="connsiteX5" fmla="*/ 10754885 w 10754885"/>
              <a:gd name="connsiteY5" fmla="*/ 4717540 h 4717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754885" h="4717540">
                <a:moveTo>
                  <a:pt x="0" y="514350"/>
                </a:moveTo>
                <a:lnTo>
                  <a:pt x="19050" y="9525"/>
                </a:lnTo>
                <a:lnTo>
                  <a:pt x="2667000" y="0"/>
                </a:lnTo>
                <a:cubicBezTo>
                  <a:pt x="2675597" y="1396685"/>
                  <a:pt x="2700457" y="4365858"/>
                  <a:pt x="2692790" y="4402996"/>
                </a:cubicBezTo>
                <a:cubicBezTo>
                  <a:pt x="2747633" y="4388011"/>
                  <a:pt x="8039485" y="4291126"/>
                  <a:pt x="10712833" y="4341661"/>
                </a:cubicBezTo>
                <a:lnTo>
                  <a:pt x="10754885" y="4717540"/>
                </a:lnTo>
              </a:path>
            </a:pathLst>
          </a:custGeom>
          <a:no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a-DK"/>
          </a:p>
        </p:txBody>
      </p:sp>
      <p:pic>
        <p:nvPicPr>
          <p:cNvPr id="22" name="Picture 21">
            <a:extLst>
              <a:ext uri="{FF2B5EF4-FFF2-40B4-BE49-F238E27FC236}">
                <a16:creationId xmlns:a16="http://schemas.microsoft.com/office/drawing/2014/main" id="{FA7D1D66-278C-62EC-DD4A-2418E689F456}"/>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rot="5400000">
            <a:off x="7576704" y="4323943"/>
            <a:ext cx="352474" cy="877116"/>
          </a:xfrm>
          <a:prstGeom prst="rect">
            <a:avLst/>
          </a:prstGeom>
        </p:spPr>
      </p:pic>
      <p:sp>
        <p:nvSpPr>
          <p:cNvPr id="23" name="TextBox 22">
            <a:extLst>
              <a:ext uri="{FF2B5EF4-FFF2-40B4-BE49-F238E27FC236}">
                <a16:creationId xmlns:a16="http://schemas.microsoft.com/office/drawing/2014/main" id="{2612A047-EFEE-729C-4E40-51FA79B3AB1E}"/>
              </a:ext>
            </a:extLst>
          </p:cNvPr>
          <p:cNvSpPr txBox="1"/>
          <p:nvPr/>
        </p:nvSpPr>
        <p:spPr>
          <a:xfrm>
            <a:off x="7404559" y="4815985"/>
            <a:ext cx="724878" cy="369332"/>
          </a:xfrm>
          <a:prstGeom prst="rect">
            <a:avLst/>
          </a:prstGeom>
          <a:noFill/>
        </p:spPr>
        <p:txBody>
          <a:bodyPr wrap="none" rtlCol="0">
            <a:spAutoFit/>
          </a:bodyPr>
          <a:lstStyle/>
          <a:p>
            <a:r>
              <a:rPr lang="da-DK" dirty="0"/>
              <a:t>220</a:t>
            </a:r>
            <a:r>
              <a:rPr lang="el-GR" dirty="0"/>
              <a:t>Ω</a:t>
            </a:r>
            <a:endParaRPr lang="da-DK" dirty="0"/>
          </a:p>
        </p:txBody>
      </p:sp>
      <p:sp>
        <p:nvSpPr>
          <p:cNvPr id="24" name="Title 23">
            <a:extLst>
              <a:ext uri="{FF2B5EF4-FFF2-40B4-BE49-F238E27FC236}">
                <a16:creationId xmlns:a16="http://schemas.microsoft.com/office/drawing/2014/main" id="{FEA088F7-34B5-04AD-A69E-281494805DFB}"/>
              </a:ext>
            </a:extLst>
          </p:cNvPr>
          <p:cNvSpPr>
            <a:spLocks noGrp="1"/>
          </p:cNvSpPr>
          <p:nvPr>
            <p:ph type="title"/>
          </p:nvPr>
        </p:nvSpPr>
        <p:spPr>
          <a:xfrm>
            <a:off x="19050" y="15032"/>
            <a:ext cx="10515600" cy="1325563"/>
          </a:xfrm>
        </p:spPr>
        <p:txBody>
          <a:bodyPr/>
          <a:lstStyle/>
          <a:p>
            <a:r>
              <a:rPr lang="da-DK" dirty="0"/>
              <a:t>RcSimTimer</a:t>
            </a:r>
          </a:p>
        </p:txBody>
      </p:sp>
    </p:spTree>
    <p:extLst>
      <p:ext uri="{BB962C8B-B14F-4D97-AF65-F5344CB8AC3E}">
        <p14:creationId xmlns:p14="http://schemas.microsoft.com/office/powerpoint/2010/main" val="429587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34</TotalTime>
  <Words>3</Words>
  <Application>Microsoft Office PowerPoint</Application>
  <PresentationFormat>Widescreen</PresentationFormat>
  <Paragraphs>2</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vt:lpstr>
      <vt:lpstr>Aptos Display</vt:lpstr>
      <vt:lpstr>Arial</vt:lpstr>
      <vt:lpstr>Office Theme</vt:lpstr>
      <vt:lpstr>RcSimTimer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Anders Brandt</dc:creator>
  <cp:lastModifiedBy>Anders Brandt</cp:lastModifiedBy>
  <cp:revision>2</cp:revision>
  <dcterms:created xsi:type="dcterms:W3CDTF">2024-10-31T10:40:00Z</dcterms:created>
  <dcterms:modified xsi:type="dcterms:W3CDTF">2024-10-31T11:14:17Z</dcterms:modified>
</cp:coreProperties>
</file>